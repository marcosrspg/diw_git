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0" y="-76200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219200" y="23622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500" y="0"/>
                </a:moveTo>
                <a:lnTo>
                  <a:pt x="2857500" y="0"/>
                </a:lnTo>
                <a:cubicBezTo>
                  <a:pt x="4434597" y="0"/>
                  <a:pt x="5715000" y="1280403"/>
                  <a:pt x="5715000" y="2857500"/>
                </a:cubicBezTo>
                <a:lnTo>
                  <a:pt x="5715000" y="2857500"/>
                </a:lnTo>
                <a:cubicBezTo>
                  <a:pt x="5715000" y="4434597"/>
                  <a:pt x="4434597" y="5715000"/>
                  <a:pt x="2857500" y="5715000"/>
                </a:cubicBezTo>
                <a:lnTo>
                  <a:pt x="2857500" y="5715000"/>
                </a:lnTo>
                <a:cubicBezTo>
                  <a:pt x="1280403" y="5715000"/>
                  <a:pt x="0" y="4434597"/>
                  <a:pt x="0" y="2857500"/>
                </a:cubicBezTo>
                <a:lnTo>
                  <a:pt x="0" y="2857500"/>
                </a:lnTo>
                <a:cubicBezTo>
                  <a:pt x="0" y="1280403"/>
                  <a:pt x="1280403" y="0"/>
                  <a:pt x="2857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rect l="l" t="t" r="r" b="b"/>
            <a:pathLst>
              <a:path w="7620000" h="7620000">
                <a:moveTo>
                  <a:pt x="3810000" y="0"/>
                </a:moveTo>
                <a:lnTo>
                  <a:pt x="3810000" y="0"/>
                </a:lnTo>
                <a:cubicBezTo>
                  <a:pt x="5912796" y="0"/>
                  <a:pt x="7620000" y="1707204"/>
                  <a:pt x="7620000" y="3810000"/>
                </a:cubicBezTo>
                <a:lnTo>
                  <a:pt x="7620000" y="3810000"/>
                </a:lnTo>
                <a:cubicBezTo>
                  <a:pt x="7620000" y="5912796"/>
                  <a:pt x="5912796" y="7620000"/>
                  <a:pt x="3810000" y="7620000"/>
                </a:cubicBezTo>
                <a:lnTo>
                  <a:pt x="3810000" y="7620000"/>
                </a:lnTo>
                <a:cubicBezTo>
                  <a:pt x="1707204" y="7620000"/>
                  <a:pt x="0" y="5912796"/>
                  <a:pt x="0" y="3810000"/>
                </a:cubicBezTo>
                <a:lnTo>
                  <a:pt x="0" y="3810000"/>
                </a:lnTo>
                <a:cubicBezTo>
                  <a:pt x="0" y="1707204"/>
                  <a:pt x="1707204" y="0"/>
                  <a:pt x="3810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 rot="2700000">
            <a:off x="470835" y="470835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63200" y="914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50" y="52006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E66D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720000">
            <a:off x="10449584" y="5115584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66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633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5000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385763" y="1000125"/>
            <a:ext cx="3162300" cy="504825"/>
          </a:xfrm>
          <a:custGeom>
            <a:avLst/>
            <a:gdLst/>
            <a:ahLst/>
            <a:cxnLst/>
            <a:rect l="l" t="t" r="r" b="b"/>
            <a:pathLst>
              <a:path w="3162300" h="504825">
                <a:moveTo>
                  <a:pt x="252413" y="0"/>
                </a:moveTo>
                <a:lnTo>
                  <a:pt x="2909888" y="0"/>
                </a:lnTo>
                <a:cubicBezTo>
                  <a:pt x="3049198" y="0"/>
                  <a:pt x="3162300" y="113102"/>
                  <a:pt x="3162300" y="252413"/>
                </a:cubicBezTo>
                <a:lnTo>
                  <a:pt x="3162300" y="252413"/>
                </a:lnTo>
                <a:cubicBezTo>
                  <a:pt x="3162300" y="391723"/>
                  <a:pt x="3049198" y="504825"/>
                  <a:pt x="2909888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4ECDC4">
                  <a:alpha val="20000"/>
                </a:srgbClr>
              </a:gs>
            </a:gsLst>
            <a:lin ang="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125" y="11953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625" y="11953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0125" y="11953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1119188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DISEÑO WEB INCLUSIVO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000" y="1652588"/>
            <a:ext cx="4350841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gradFill rotWithShape="1" flip="none">
                  <a:gsLst>
                    <a:gs pos="0">
                      <a:srgbClr val="FF6B6B"/>
                    </a:gs>
                    <a:gs pos="50000">
                      <a:srgbClr val="4ECDC4"/>
                    </a:gs>
                    <a:gs pos="100000">
                      <a:srgbClr val="FFE66D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UX + A11Y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295751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Usabilidad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Accesibilidad Web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476726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Síntesis práctica y visual para crear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experiencias web mejores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71023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1143000" y="5595938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de enero de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0" y="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400050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1428750" y="0"/>
                </a:moveTo>
                <a:lnTo>
                  <a:pt x="1428750" y="0"/>
                </a:lnTo>
                <a:cubicBezTo>
                  <a:pt x="2217299" y="0"/>
                  <a:pt x="2857500" y="640201"/>
                  <a:pt x="2857500" y="1428750"/>
                </a:cubicBezTo>
                <a:lnTo>
                  <a:pt x="2857500" y="1428750"/>
                </a:lnTo>
                <a:cubicBezTo>
                  <a:pt x="2857500" y="2217299"/>
                  <a:pt x="2217299" y="2857500"/>
                  <a:pt x="1428750" y="2857500"/>
                </a:cubicBezTo>
                <a:lnTo>
                  <a:pt x="1428750" y="2857500"/>
                </a:lnTo>
                <a:cubicBezTo>
                  <a:pt x="640201" y="2857500"/>
                  <a:pt x="0" y="2217299"/>
                  <a:pt x="0" y="1428750"/>
                </a:cubicBezTo>
                <a:lnTo>
                  <a:pt x="0" y="1428750"/>
                </a:lnTo>
                <a:cubicBezTo>
                  <a:pt x="0" y="640201"/>
                  <a:pt x="640201" y="0"/>
                  <a:pt x="1428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4" name="Shape 2"/>
          <p:cNvSpPr/>
          <p:nvPr/>
        </p:nvSpPr>
        <p:spPr>
          <a:xfrm rot="720000">
            <a:off x="714814" y="714814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0" y="0"/>
                </a:moveTo>
                <a:lnTo>
                  <a:pt x="590550" y="0"/>
                </a:lnTo>
                <a:lnTo>
                  <a:pt x="5905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81000"/>
            <a:ext cx="1123950" cy="419100"/>
          </a:xfrm>
          <a:custGeom>
            <a:avLst/>
            <a:gdLst/>
            <a:ahLst/>
            <a:cxnLst/>
            <a:rect l="l" t="t" r="r" b="b"/>
            <a:pathLst>
              <a:path w="1123950" h="419100">
                <a:moveTo>
                  <a:pt x="209550" y="0"/>
                </a:moveTo>
                <a:lnTo>
                  <a:pt x="914400" y="0"/>
                </a:lnTo>
                <a:cubicBezTo>
                  <a:pt x="1030054" y="0"/>
                  <a:pt x="1123950" y="93896"/>
                  <a:pt x="1123950" y="209550"/>
                </a:cubicBezTo>
                <a:lnTo>
                  <a:pt x="1123950" y="209550"/>
                </a:lnTo>
                <a:cubicBezTo>
                  <a:pt x="1123950" y="325204"/>
                  <a:pt x="1030054" y="419100"/>
                  <a:pt x="9144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609600" y="495300"/>
            <a:ext cx="7520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9525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676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85763" y="2024062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2219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523875" y="22193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6825" y="2219325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Conceptos Clave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6825" y="25241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Usabilidad vs Accesibilidad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9163" y="2024062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4426" y="2219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4397276" y="22193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40226" y="2219325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Principios Fundamentales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40226" y="25241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pilares de la usabilidad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713" y="2024062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127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7975" y="2219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8270825" y="22193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13775" y="22193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Beneficios Medibles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3775" y="252412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en resultados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357336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37686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523875" y="376862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6825" y="3768626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Factores Clave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6825" y="407342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Elementos de éxito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9163" y="357336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54426" y="37686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4397276" y="376862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40226" y="3768626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Accesibilidad: POUR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40226" y="4073426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principios de WCAG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57336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127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7975" y="37686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27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8270825" y="376862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13775" y="3768626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Niveles de Conformidad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13775" y="4073426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/ AA / AAA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763" y="512281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1025" y="5318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523875" y="53180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66825" y="5318075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Barreras y Soluciones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66825" y="56228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Problemas comunes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59163" y="512281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54426" y="5318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4397276" y="53180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40226" y="531807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Relación UX-A11y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40226" y="56228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Cómo se complementan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32713" y="5122813"/>
            <a:ext cx="3676650" cy="1352550"/>
          </a:xfrm>
          <a:custGeom>
            <a:avLst/>
            <a:gdLst/>
            <a:ahLst/>
            <a:cxnLst/>
            <a:rect l="l" t="t" r="r" b="b"/>
            <a:pathLst>
              <a:path w="3676650" h="1352550">
                <a:moveTo>
                  <a:pt x="152405" y="0"/>
                </a:moveTo>
                <a:lnTo>
                  <a:pt x="3524245" y="0"/>
                </a:lnTo>
                <a:cubicBezTo>
                  <a:pt x="3608416" y="0"/>
                  <a:pt x="3676650" y="68234"/>
                  <a:pt x="3676650" y="152405"/>
                </a:cubicBezTo>
                <a:lnTo>
                  <a:pt x="3676650" y="1200145"/>
                </a:lnTo>
                <a:cubicBezTo>
                  <a:pt x="3676650" y="1284316"/>
                  <a:pt x="3608416" y="1352550"/>
                  <a:pt x="3524245" y="1352550"/>
                </a:cubicBezTo>
                <a:lnTo>
                  <a:pt x="152405" y="1352550"/>
                </a:lnTo>
                <a:cubicBezTo>
                  <a:pt x="68234" y="1352550"/>
                  <a:pt x="0" y="1284316"/>
                  <a:pt x="0" y="1200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127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7975" y="5318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2700000" scaled="1"/>
          </a:gradFill>
          <a:ln/>
        </p:spPr>
      </p:sp>
      <p:sp>
        <p:nvSpPr>
          <p:cNvPr id="52" name="Text 50"/>
          <p:cNvSpPr/>
          <p:nvPr/>
        </p:nvSpPr>
        <p:spPr>
          <a:xfrm>
            <a:off x="8270825" y="53180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13775" y="5318075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Checklist Práctico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13775" y="562287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Puntos clave para verificar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53500" y="-152400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524000" y="361950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523875" cy="381000"/>
          </a:xfrm>
          <a:custGeom>
            <a:avLst/>
            <a:gdLst/>
            <a:ahLst/>
            <a:cxnLst/>
            <a:rect l="l" t="t" r="r" b="b"/>
            <a:pathLst>
              <a:path w="523875" h="381000">
                <a:moveTo>
                  <a:pt x="190500" y="0"/>
                </a:moveTo>
                <a:lnTo>
                  <a:pt x="333375" y="0"/>
                </a:lnTo>
                <a:cubicBezTo>
                  <a:pt x="438515" y="0"/>
                  <a:pt x="523875" y="85360"/>
                  <a:pt x="523875" y="190500"/>
                </a:cubicBezTo>
                <a:lnTo>
                  <a:pt x="523875" y="190500"/>
                </a:lnTo>
                <a:cubicBezTo>
                  <a:pt x="523875" y="295640"/>
                  <a:pt x="438515" y="381000"/>
                  <a:pt x="3333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571500" y="485775"/>
            <a:ext cx="223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Conceptos Clave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409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Usabilidad vs Accesibilidad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1828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390525" y="2105025"/>
            <a:ext cx="5581650" cy="3705225"/>
          </a:xfrm>
          <a:custGeom>
            <a:avLst/>
            <a:gdLst/>
            <a:ahLst/>
            <a:cxnLst/>
            <a:rect l="l" t="t" r="r" b="b"/>
            <a:pathLst>
              <a:path w="5581650" h="3705225">
                <a:moveTo>
                  <a:pt x="228612" y="0"/>
                </a:moveTo>
                <a:lnTo>
                  <a:pt x="5353038" y="0"/>
                </a:lnTo>
                <a:cubicBezTo>
                  <a:pt x="5479297" y="0"/>
                  <a:pt x="5581650" y="102353"/>
                  <a:pt x="5581650" y="228612"/>
                </a:cubicBezTo>
                <a:lnTo>
                  <a:pt x="5581650" y="3476613"/>
                </a:lnTo>
                <a:cubicBezTo>
                  <a:pt x="5581650" y="3602872"/>
                  <a:pt x="5479297" y="3705225"/>
                  <a:pt x="5353038" y="3705225"/>
                </a:cubicBezTo>
                <a:lnTo>
                  <a:pt x="228612" y="3705225"/>
                </a:lnTo>
                <a:cubicBezTo>
                  <a:pt x="102353" y="3705225"/>
                  <a:pt x="0" y="3602872"/>
                  <a:pt x="0" y="3476613"/>
                </a:cubicBezTo>
                <a:lnTo>
                  <a:pt x="0" y="228612"/>
                </a:lnTo>
                <a:cubicBezTo>
                  <a:pt x="0" y="102353"/>
                  <a:pt x="102353" y="0"/>
                  <a:pt x="22861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650" y="2343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810816" y="2505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3142" y="1395"/>
                </a:moveTo>
                <a:cubicBezTo>
                  <a:pt x="47662" y="-893"/>
                  <a:pt x="53132" y="-391"/>
                  <a:pt x="57150" y="2679"/>
                </a:cubicBezTo>
                <a:lnTo>
                  <a:pt x="235744" y="136568"/>
                </a:lnTo>
                <a:cubicBezTo>
                  <a:pt x="240376" y="140029"/>
                  <a:pt x="242218" y="146056"/>
                  <a:pt x="240432" y="151526"/>
                </a:cubicBezTo>
                <a:cubicBezTo>
                  <a:pt x="238646" y="156995"/>
                  <a:pt x="233511" y="160679"/>
                  <a:pt x="227707" y="160679"/>
                </a:cubicBezTo>
                <a:lnTo>
                  <a:pt x="142708" y="160679"/>
                </a:lnTo>
                <a:lnTo>
                  <a:pt x="192323" y="259854"/>
                </a:lnTo>
                <a:cubicBezTo>
                  <a:pt x="196732" y="268672"/>
                  <a:pt x="193160" y="279388"/>
                  <a:pt x="184342" y="283797"/>
                </a:cubicBezTo>
                <a:cubicBezTo>
                  <a:pt x="175524" y="288206"/>
                  <a:pt x="164809" y="284634"/>
                  <a:pt x="160400" y="275816"/>
                </a:cubicBezTo>
                <a:lnTo>
                  <a:pt x="110784" y="176640"/>
                </a:lnTo>
                <a:lnTo>
                  <a:pt x="59829" y="244618"/>
                </a:lnTo>
                <a:cubicBezTo>
                  <a:pt x="56369" y="249250"/>
                  <a:pt x="50341" y="251092"/>
                  <a:pt x="44872" y="249306"/>
                </a:cubicBezTo>
                <a:cubicBezTo>
                  <a:pt x="39402" y="247520"/>
                  <a:pt x="35719" y="242385"/>
                  <a:pt x="35719" y="236637"/>
                </a:cubicBezTo>
                <a:lnTo>
                  <a:pt x="35719" y="13395"/>
                </a:lnTo>
                <a:cubicBezTo>
                  <a:pt x="35719" y="8316"/>
                  <a:pt x="38565" y="3683"/>
                  <a:pt x="43142" y="139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390650" y="2457450"/>
            <a:ext cx="181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650" y="3105150"/>
            <a:ext cx="5191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Medida en que un usuario interactúa de forma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efectiva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eficiente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satisfactoria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lograr objetivos.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38147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39290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3890962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Facilidad de uso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42719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" y="43862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" y="434816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rápido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8650" y="47291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" y="48434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85850" y="480536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Memorabilidad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650" y="51863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" y="53006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850" y="5262563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Flexibilidad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9825" y="2105025"/>
            <a:ext cx="5581650" cy="3705225"/>
          </a:xfrm>
          <a:custGeom>
            <a:avLst/>
            <a:gdLst/>
            <a:ahLst/>
            <a:cxnLst/>
            <a:rect l="l" t="t" r="r" b="b"/>
            <a:pathLst>
              <a:path w="5581650" h="3705225">
                <a:moveTo>
                  <a:pt x="228612" y="0"/>
                </a:moveTo>
                <a:lnTo>
                  <a:pt x="5353038" y="0"/>
                </a:lnTo>
                <a:cubicBezTo>
                  <a:pt x="5479297" y="0"/>
                  <a:pt x="5581650" y="102353"/>
                  <a:pt x="5581650" y="228612"/>
                </a:cubicBezTo>
                <a:lnTo>
                  <a:pt x="5581650" y="3476613"/>
                </a:lnTo>
                <a:cubicBezTo>
                  <a:pt x="5581650" y="3602872"/>
                  <a:pt x="5479297" y="3705225"/>
                  <a:pt x="5353038" y="3705225"/>
                </a:cubicBezTo>
                <a:lnTo>
                  <a:pt x="228612" y="3705225"/>
                </a:lnTo>
                <a:cubicBezTo>
                  <a:pt x="102353" y="3705225"/>
                  <a:pt x="0" y="3602872"/>
                  <a:pt x="0" y="3476613"/>
                </a:cubicBezTo>
                <a:lnTo>
                  <a:pt x="0" y="228612"/>
                </a:lnTo>
                <a:cubicBezTo>
                  <a:pt x="0" y="102353"/>
                  <a:pt x="102353" y="0"/>
                  <a:pt x="2286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7950" y="2343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622256" y="2505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90134" y="94822"/>
                </a:moveTo>
                <a:cubicBezTo>
                  <a:pt x="83325" y="91920"/>
                  <a:pt x="75456" y="95045"/>
                  <a:pt x="72554" y="101854"/>
                </a:cubicBezTo>
                <a:cubicBezTo>
                  <a:pt x="69652" y="108663"/>
                  <a:pt x="72777" y="116532"/>
                  <a:pt x="79586" y="119435"/>
                </a:cubicBezTo>
                <a:lnTo>
                  <a:pt x="86227" y="122281"/>
                </a:lnTo>
                <a:cubicBezTo>
                  <a:pt x="95883" y="126411"/>
                  <a:pt x="105873" y="129480"/>
                  <a:pt x="116142" y="131378"/>
                </a:cubicBezTo>
                <a:lnTo>
                  <a:pt x="116142" y="159339"/>
                </a:lnTo>
                <a:cubicBezTo>
                  <a:pt x="116142" y="161739"/>
                  <a:pt x="115751" y="164139"/>
                  <a:pt x="114970" y="166371"/>
                </a:cubicBezTo>
                <a:lnTo>
                  <a:pt x="98952" y="214424"/>
                </a:lnTo>
                <a:cubicBezTo>
                  <a:pt x="96608" y="221456"/>
                  <a:pt x="100403" y="229046"/>
                  <a:pt x="107435" y="231391"/>
                </a:cubicBezTo>
                <a:cubicBezTo>
                  <a:pt x="114467" y="233735"/>
                  <a:pt x="122058" y="229939"/>
                  <a:pt x="124402" y="222907"/>
                </a:cubicBezTo>
                <a:lnTo>
                  <a:pt x="138019" y="182054"/>
                </a:lnTo>
                <a:cubicBezTo>
                  <a:pt x="138745" y="179933"/>
                  <a:pt x="140698" y="178482"/>
                  <a:pt x="142931" y="178482"/>
                </a:cubicBezTo>
                <a:cubicBezTo>
                  <a:pt x="145163" y="178482"/>
                  <a:pt x="147172" y="179933"/>
                  <a:pt x="147842" y="182054"/>
                </a:cubicBezTo>
                <a:lnTo>
                  <a:pt x="161460" y="222907"/>
                </a:lnTo>
                <a:cubicBezTo>
                  <a:pt x="163804" y="229939"/>
                  <a:pt x="171394" y="233735"/>
                  <a:pt x="178426" y="231391"/>
                </a:cubicBezTo>
                <a:cubicBezTo>
                  <a:pt x="185458" y="229046"/>
                  <a:pt x="189198" y="221568"/>
                  <a:pt x="186854" y="214536"/>
                </a:cubicBezTo>
                <a:lnTo>
                  <a:pt x="170836" y="166483"/>
                </a:lnTo>
                <a:cubicBezTo>
                  <a:pt x="170055" y="164195"/>
                  <a:pt x="169664" y="161851"/>
                  <a:pt x="169664" y="159451"/>
                </a:cubicBezTo>
                <a:lnTo>
                  <a:pt x="169664" y="131490"/>
                </a:lnTo>
                <a:cubicBezTo>
                  <a:pt x="179933" y="129536"/>
                  <a:pt x="189923" y="126523"/>
                  <a:pt x="199579" y="122393"/>
                </a:cubicBezTo>
                <a:lnTo>
                  <a:pt x="206220" y="119546"/>
                </a:lnTo>
                <a:cubicBezTo>
                  <a:pt x="213029" y="116644"/>
                  <a:pt x="216154" y="108775"/>
                  <a:pt x="213252" y="101966"/>
                </a:cubicBezTo>
                <a:cubicBezTo>
                  <a:pt x="210350" y="95157"/>
                  <a:pt x="202481" y="92032"/>
                  <a:pt x="195672" y="94934"/>
                </a:cubicBezTo>
                <a:lnTo>
                  <a:pt x="189030" y="97668"/>
                </a:lnTo>
                <a:cubicBezTo>
                  <a:pt x="174464" y="103919"/>
                  <a:pt x="158781" y="107156"/>
                  <a:pt x="142875" y="107156"/>
                </a:cubicBezTo>
                <a:cubicBezTo>
                  <a:pt x="126969" y="107156"/>
                  <a:pt x="111342" y="103919"/>
                  <a:pt x="96720" y="97668"/>
                </a:cubicBezTo>
                <a:lnTo>
                  <a:pt x="90078" y="94822"/>
                </a:lnTo>
                <a:close/>
                <a:moveTo>
                  <a:pt x="142875" y="89297"/>
                </a:moveTo>
                <a:cubicBezTo>
                  <a:pt x="155196" y="89297"/>
                  <a:pt x="165199" y="79294"/>
                  <a:pt x="165199" y="66973"/>
                </a:cubicBezTo>
                <a:cubicBezTo>
                  <a:pt x="165199" y="54652"/>
                  <a:pt x="155196" y="44648"/>
                  <a:pt x="142875" y="44648"/>
                </a:cubicBezTo>
                <a:cubicBezTo>
                  <a:pt x="130554" y="44648"/>
                  <a:pt x="120551" y="54652"/>
                  <a:pt x="120551" y="66973"/>
                </a:cubicBezTo>
                <a:cubicBezTo>
                  <a:pt x="120551" y="79294"/>
                  <a:pt x="130554" y="89297"/>
                  <a:pt x="142875" y="89297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7219950" y="245745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7950" y="3105150"/>
            <a:ext cx="5191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 un sitio para ser utilizado por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todas las personas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eliminando barreras y asegurando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inclusión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7950" y="38147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0" y="39290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6915150" y="3890962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Perceptible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42719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43862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6915150" y="4348163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7950" y="47291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29400" y="48434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6915150" y="4805363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Comprensible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7950" y="5186363"/>
            <a:ext cx="5105400" cy="381000"/>
          </a:xfrm>
          <a:custGeom>
            <a:avLst/>
            <a:gdLst/>
            <a:ahLst/>
            <a:cxnLst/>
            <a:rect l="l" t="t" r="r" b="b"/>
            <a:pathLst>
              <a:path w="5105400" h="3810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266700"/>
                </a:lnTo>
                <a:cubicBezTo>
                  <a:pt x="5105400" y="329784"/>
                  <a:pt x="5054184" y="381000"/>
                  <a:pt x="49911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29400" y="53006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6915150" y="526256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5763" y="5972175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152399" y="0"/>
                </a:moveTo>
                <a:lnTo>
                  <a:pt x="11268076" y="0"/>
                </a:lnTo>
                <a:cubicBezTo>
                  <a:pt x="11352243" y="0"/>
                  <a:pt x="11420475" y="68232"/>
                  <a:pt x="11420475" y="152399"/>
                </a:cubicBezTo>
                <a:lnTo>
                  <a:pt x="11420475" y="619126"/>
                </a:lnTo>
                <a:cubicBezTo>
                  <a:pt x="11420475" y="703293"/>
                  <a:pt x="11352243" y="771525"/>
                  <a:pt x="11268076" y="771525"/>
                </a:cubicBezTo>
                <a:lnTo>
                  <a:pt x="152399" y="771525"/>
                </a:lnTo>
                <a:cubicBezTo>
                  <a:pt x="68288" y="771525"/>
                  <a:pt x="0" y="703237"/>
                  <a:pt x="0" y="6191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0" scaled="1"/>
          </a:gradFill>
          <a:ln w="127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2925" y="61293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700088" y="6262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6" name="Text 44"/>
          <p:cNvSpPr/>
          <p:nvPr/>
        </p:nvSpPr>
        <p:spPr>
          <a:xfrm>
            <a:off x="1152525" y="6224588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Relación: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sitio accesible tiende a ser más fácil de usar para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7F7"/>
                </a:solidFill>
                <a:highlight>
                  <a:srgbClr val="FFE66D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los usuarios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8500" y="0"/>
            <a:ext cx="5715000" cy="2857500"/>
          </a:xfrm>
          <a:custGeom>
            <a:avLst/>
            <a:gdLst/>
            <a:ahLst/>
            <a:cxnLst/>
            <a:rect l="l" t="t" r="r" b="b"/>
            <a:pathLst>
              <a:path w="5715000" h="2857500">
                <a:moveTo>
                  <a:pt x="1428750" y="0"/>
                </a:moveTo>
                <a:lnTo>
                  <a:pt x="4286250" y="0"/>
                </a:lnTo>
                <a:cubicBezTo>
                  <a:pt x="5074799" y="0"/>
                  <a:pt x="5715000" y="640201"/>
                  <a:pt x="5715000" y="1428750"/>
                </a:cubicBezTo>
                <a:lnTo>
                  <a:pt x="5715000" y="1428750"/>
                </a:lnTo>
                <a:cubicBezTo>
                  <a:pt x="5715000" y="2217299"/>
                  <a:pt x="5074799" y="2857500"/>
                  <a:pt x="4286250" y="2857500"/>
                </a:cubicBezTo>
                <a:lnTo>
                  <a:pt x="1428750" y="2857500"/>
                </a:lnTo>
                <a:cubicBezTo>
                  <a:pt x="640201" y="2857500"/>
                  <a:pt x="0" y="2217299"/>
                  <a:pt x="0" y="1428750"/>
                </a:cubicBezTo>
                <a:lnTo>
                  <a:pt x="0" y="1428750"/>
                </a:lnTo>
                <a:cubicBezTo>
                  <a:pt x="0" y="640201"/>
                  <a:pt x="640201" y="0"/>
                  <a:pt x="1428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 rot="2700000">
            <a:off x="10529234" y="5195234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21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E66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381000"/>
            <a:ext cx="561975" cy="381000"/>
          </a:xfrm>
          <a:custGeom>
            <a:avLst/>
            <a:gdLst/>
            <a:ahLst/>
            <a:cxnLst/>
            <a:rect l="l" t="t" r="r" b="b"/>
            <a:pathLst>
              <a:path w="561975" h="381000">
                <a:moveTo>
                  <a:pt x="190500" y="0"/>
                </a:moveTo>
                <a:lnTo>
                  <a:pt x="371475" y="0"/>
                </a:lnTo>
                <a:cubicBezTo>
                  <a:pt x="476615" y="0"/>
                  <a:pt x="561975" y="85360"/>
                  <a:pt x="561975" y="190500"/>
                </a:cubicBezTo>
                <a:lnTo>
                  <a:pt x="561975" y="190500"/>
                </a:lnTo>
                <a:cubicBezTo>
                  <a:pt x="561975" y="295640"/>
                  <a:pt x="476615" y="381000"/>
                  <a:pt x="3714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71500" y="485775"/>
            <a:ext cx="2527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Principios Fundamentales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409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6 Pilares de la Usabilidad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828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90525" y="2028825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2450" y="2190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85800" y="2324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226695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Efectividad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450" y="2724150"/>
            <a:ext cx="3438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Lograr objetivos con precisión y sin errores relevantes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1275" y="2028825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3200" y="2190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546550" y="2324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4700" y="2266950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3200" y="2724150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Completar tareas rápido y con mínimo esfuerzo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12026" y="2028825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3951" y="2190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8407301" y="2324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8845451" y="226695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Satisfacción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3951" y="2724150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 agradable y placentera para el usuario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0525" y="3829050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2450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73894" y="41243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123950" y="4067175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Aprendizaje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2450" y="4524375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Entender rápido cómo usar el sistema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1275" y="3829050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3200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4546550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984700" y="40671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Memorabilidad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13200" y="4524375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Recordar el uso en futuras visitas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12026" y="3829050"/>
            <a:ext cx="3686175" cy="1628775"/>
          </a:xfrm>
          <a:custGeom>
            <a:avLst/>
            <a:gdLst/>
            <a:ahLst/>
            <a:cxnLst/>
            <a:rect l="l" t="t" r="r" b="b"/>
            <a:pathLst>
              <a:path w="3686175" h="1628775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1476371"/>
                </a:lnTo>
                <a:cubicBezTo>
                  <a:pt x="3686175" y="1560541"/>
                  <a:pt x="3617941" y="1628775"/>
                  <a:pt x="353377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5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254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3951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8407301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8845451" y="4067175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73951" y="4524375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Protección de información y confianza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763" y="5624513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52404" y="0"/>
                </a:moveTo>
                <a:lnTo>
                  <a:pt x="11268071" y="0"/>
                </a:lnTo>
                <a:cubicBezTo>
                  <a:pt x="11352185" y="0"/>
                  <a:pt x="11420475" y="68290"/>
                  <a:pt x="11420475" y="152404"/>
                </a:cubicBezTo>
                <a:lnTo>
                  <a:pt x="11420475" y="695321"/>
                </a:lnTo>
                <a:cubicBezTo>
                  <a:pt x="11420475" y="779435"/>
                  <a:pt x="11352185" y="847725"/>
                  <a:pt x="11268071" y="847725"/>
                </a:cubicBezTo>
                <a:lnTo>
                  <a:pt x="152404" y="847725"/>
                </a:lnTo>
                <a:cubicBezTo>
                  <a:pt x="68290" y="847725"/>
                  <a:pt x="0" y="779435"/>
                  <a:pt x="0" y="69532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2925" y="5819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76275" y="5953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1152525" y="578167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Métodos de Evaluación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52525" y="6086475"/>
            <a:ext cx="479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Pruebas de usabilidad • Métricas de rendimiento • Feedback de usuarios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9469" y="-739469"/>
            <a:ext cx="3697346" cy="3697346"/>
          </a:xfrm>
          <a:custGeom>
            <a:avLst/>
            <a:gdLst/>
            <a:ahLst/>
            <a:cxnLst/>
            <a:rect l="l" t="t" r="r" b="b"/>
            <a:pathLst>
              <a:path w="3697346" h="3697346">
                <a:moveTo>
                  <a:pt x="1848673" y="0"/>
                </a:moveTo>
                <a:lnTo>
                  <a:pt x="1848673" y="0"/>
                </a:lnTo>
                <a:cubicBezTo>
                  <a:pt x="2869667" y="0"/>
                  <a:pt x="3697346" y="827679"/>
                  <a:pt x="3697346" y="1848673"/>
                </a:cubicBezTo>
                <a:lnTo>
                  <a:pt x="3697346" y="1848673"/>
                </a:lnTo>
                <a:cubicBezTo>
                  <a:pt x="3697346" y="2869667"/>
                  <a:pt x="2869667" y="3697346"/>
                  <a:pt x="1848673" y="3697346"/>
                </a:cubicBezTo>
                <a:lnTo>
                  <a:pt x="1848673" y="3697346"/>
                </a:lnTo>
                <a:cubicBezTo>
                  <a:pt x="827679" y="3697346"/>
                  <a:pt x="0" y="2869667"/>
                  <a:pt x="0" y="1848673"/>
                </a:cubicBezTo>
                <a:lnTo>
                  <a:pt x="0" y="1848673"/>
                </a:lnTo>
                <a:cubicBezTo>
                  <a:pt x="0" y="827679"/>
                  <a:pt x="827679" y="0"/>
                  <a:pt x="184867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9235134" y="4110265"/>
            <a:ext cx="3697346" cy="3697346"/>
          </a:xfrm>
          <a:custGeom>
            <a:avLst/>
            <a:gdLst/>
            <a:ahLst/>
            <a:cxnLst/>
            <a:rect l="l" t="t" r="r" b="b"/>
            <a:pathLst>
              <a:path w="3697346" h="3697346">
                <a:moveTo>
                  <a:pt x="1848673" y="0"/>
                </a:moveTo>
                <a:lnTo>
                  <a:pt x="1848673" y="0"/>
                </a:lnTo>
                <a:cubicBezTo>
                  <a:pt x="2869667" y="0"/>
                  <a:pt x="3697346" y="827679"/>
                  <a:pt x="3697346" y="1848673"/>
                </a:cubicBezTo>
                <a:lnTo>
                  <a:pt x="3697346" y="1848673"/>
                </a:lnTo>
                <a:cubicBezTo>
                  <a:pt x="3697346" y="2869667"/>
                  <a:pt x="2869667" y="3697346"/>
                  <a:pt x="1848673" y="3697346"/>
                </a:cubicBezTo>
                <a:lnTo>
                  <a:pt x="1848673" y="3697346"/>
                </a:lnTo>
                <a:cubicBezTo>
                  <a:pt x="827679" y="3697346"/>
                  <a:pt x="0" y="2869667"/>
                  <a:pt x="0" y="1848673"/>
                </a:cubicBezTo>
                <a:lnTo>
                  <a:pt x="0" y="1848673"/>
                </a:lnTo>
                <a:cubicBezTo>
                  <a:pt x="0" y="827679"/>
                  <a:pt x="827679" y="0"/>
                  <a:pt x="184867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35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369735" y="369735"/>
            <a:ext cx="545359" cy="369735"/>
          </a:xfrm>
          <a:custGeom>
            <a:avLst/>
            <a:gdLst/>
            <a:ahLst/>
            <a:cxnLst/>
            <a:rect l="l" t="t" r="r" b="b"/>
            <a:pathLst>
              <a:path w="545359" h="369735">
                <a:moveTo>
                  <a:pt x="184867" y="0"/>
                </a:moveTo>
                <a:lnTo>
                  <a:pt x="360491" y="0"/>
                </a:lnTo>
                <a:cubicBezTo>
                  <a:pt x="462522" y="0"/>
                  <a:pt x="545359" y="82836"/>
                  <a:pt x="545359" y="184867"/>
                </a:cubicBezTo>
                <a:lnTo>
                  <a:pt x="545359" y="184867"/>
                </a:lnTo>
                <a:cubicBezTo>
                  <a:pt x="545359" y="286898"/>
                  <a:pt x="462522" y="369735"/>
                  <a:pt x="360491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554602" y="471412"/>
            <a:ext cx="249138" cy="16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9735" y="850390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Beneficios Medibles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9735" y="1368018"/>
            <a:ext cx="1156345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de una Buena Usabilidad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9735" y="1774726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378978" y="1894890"/>
            <a:ext cx="3697346" cy="1904133"/>
          </a:xfrm>
          <a:custGeom>
            <a:avLst/>
            <a:gdLst/>
            <a:ahLst/>
            <a:cxnLst/>
            <a:rect l="l" t="t" r="r" b="b"/>
            <a:pathLst>
              <a:path w="3697346" h="1904133">
                <a:moveTo>
                  <a:pt x="147894" y="0"/>
                </a:moveTo>
                <a:lnTo>
                  <a:pt x="3549452" y="0"/>
                </a:lnTo>
                <a:cubicBezTo>
                  <a:pt x="3631132" y="0"/>
                  <a:pt x="3697346" y="66214"/>
                  <a:pt x="3697346" y="147894"/>
                </a:cubicBezTo>
                <a:lnTo>
                  <a:pt x="3697346" y="1756239"/>
                </a:lnTo>
                <a:cubicBezTo>
                  <a:pt x="3697346" y="1837919"/>
                  <a:pt x="3631132" y="1904133"/>
                  <a:pt x="3549452" y="1904133"/>
                </a:cubicBezTo>
                <a:lnTo>
                  <a:pt x="147894" y="1904133"/>
                </a:lnTo>
                <a:cubicBezTo>
                  <a:pt x="66214" y="1904133"/>
                  <a:pt x="0" y="1837919"/>
                  <a:pt x="0" y="1756239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6115" y="205202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97874" y="2199921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124785" y="27730"/>
                </a:moveTo>
                <a:lnTo>
                  <a:pt x="152516" y="27730"/>
                </a:lnTo>
                <a:lnTo>
                  <a:pt x="152516" y="207976"/>
                </a:lnTo>
                <a:cubicBezTo>
                  <a:pt x="152516" y="215645"/>
                  <a:pt x="158711" y="221841"/>
                  <a:pt x="166381" y="221841"/>
                </a:cubicBezTo>
                <a:lnTo>
                  <a:pt x="180246" y="221841"/>
                </a:lnTo>
                <a:cubicBezTo>
                  <a:pt x="187915" y="221841"/>
                  <a:pt x="194111" y="215645"/>
                  <a:pt x="194111" y="207976"/>
                </a:cubicBezTo>
                <a:cubicBezTo>
                  <a:pt x="194111" y="200307"/>
                  <a:pt x="187915" y="194111"/>
                  <a:pt x="180246" y="194111"/>
                </a:cubicBezTo>
                <a:lnTo>
                  <a:pt x="180246" y="27730"/>
                </a:lnTo>
                <a:cubicBezTo>
                  <a:pt x="180246" y="12435"/>
                  <a:pt x="167810" y="0"/>
                  <a:pt x="152516" y="0"/>
                </a:cubicBezTo>
                <a:lnTo>
                  <a:pt x="110920" y="0"/>
                </a:lnTo>
                <a:lnTo>
                  <a:pt x="110920" y="0"/>
                </a:lnTo>
                <a:lnTo>
                  <a:pt x="41595" y="0"/>
                </a:lnTo>
                <a:cubicBezTo>
                  <a:pt x="26300" y="0"/>
                  <a:pt x="13865" y="12435"/>
                  <a:pt x="13865" y="27730"/>
                </a:cubicBezTo>
                <a:lnTo>
                  <a:pt x="13865" y="194111"/>
                </a:lnTo>
                <a:cubicBezTo>
                  <a:pt x="6196" y="194111"/>
                  <a:pt x="0" y="200307"/>
                  <a:pt x="0" y="207976"/>
                </a:cubicBezTo>
                <a:cubicBezTo>
                  <a:pt x="0" y="215645"/>
                  <a:pt x="6196" y="221841"/>
                  <a:pt x="13865" y="221841"/>
                </a:cubicBezTo>
                <a:lnTo>
                  <a:pt x="110920" y="221841"/>
                </a:lnTo>
                <a:cubicBezTo>
                  <a:pt x="118589" y="221841"/>
                  <a:pt x="124785" y="215645"/>
                  <a:pt x="124785" y="207976"/>
                </a:cubicBezTo>
                <a:lnTo>
                  <a:pt x="124785" y="27730"/>
                </a:lnTo>
                <a:close/>
                <a:moveTo>
                  <a:pt x="69325" y="110920"/>
                </a:moveTo>
                <a:cubicBezTo>
                  <a:pt x="69325" y="103268"/>
                  <a:pt x="75538" y="97055"/>
                  <a:pt x="83190" y="97055"/>
                </a:cubicBezTo>
                <a:cubicBezTo>
                  <a:pt x="90843" y="97055"/>
                  <a:pt x="97055" y="103268"/>
                  <a:pt x="97055" y="110920"/>
                </a:cubicBezTo>
                <a:cubicBezTo>
                  <a:pt x="97055" y="118573"/>
                  <a:pt x="90843" y="124785"/>
                  <a:pt x="83190" y="124785"/>
                </a:cubicBezTo>
                <a:cubicBezTo>
                  <a:pt x="75538" y="124785"/>
                  <a:pt x="69325" y="118573"/>
                  <a:pt x="69325" y="11092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164664" y="2162948"/>
            <a:ext cx="185791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Menor Abandono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6115" y="2680576"/>
            <a:ext cx="345701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Menor tasa de rebote por carga rápida y contenido organizado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6115" y="3272152"/>
            <a:ext cx="3383072" cy="369735"/>
          </a:xfrm>
          <a:custGeom>
            <a:avLst/>
            <a:gdLst/>
            <a:ahLst/>
            <a:cxnLst/>
            <a:rect l="l" t="t" r="r" b="b"/>
            <a:pathLst>
              <a:path w="3383072" h="369735">
                <a:moveTo>
                  <a:pt x="110920" y="0"/>
                </a:moveTo>
                <a:lnTo>
                  <a:pt x="3272152" y="0"/>
                </a:lnTo>
                <a:cubicBezTo>
                  <a:pt x="3333411" y="0"/>
                  <a:pt x="3383072" y="49661"/>
                  <a:pt x="3383072" y="110920"/>
                </a:cubicBezTo>
                <a:lnTo>
                  <a:pt x="3383072" y="258814"/>
                </a:lnTo>
                <a:cubicBezTo>
                  <a:pt x="3383072" y="320074"/>
                  <a:pt x="3333411" y="369735"/>
                  <a:pt x="3272152" y="369735"/>
                </a:cubicBezTo>
                <a:lnTo>
                  <a:pt x="110920" y="369735"/>
                </a:lnTo>
                <a:cubicBezTo>
                  <a:pt x="49702" y="369735"/>
                  <a:pt x="0" y="320033"/>
                  <a:pt x="0" y="25881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0983" y="3383072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48932" y="145179"/>
                </a:moveTo>
                <a:cubicBezTo>
                  <a:pt x="52543" y="148789"/>
                  <a:pt x="58407" y="148789"/>
                  <a:pt x="62017" y="145179"/>
                </a:cubicBezTo>
                <a:lnTo>
                  <a:pt x="108234" y="98962"/>
                </a:lnTo>
                <a:cubicBezTo>
                  <a:pt x="111845" y="95351"/>
                  <a:pt x="111845" y="89487"/>
                  <a:pt x="108234" y="85877"/>
                </a:cubicBezTo>
                <a:cubicBezTo>
                  <a:pt x="104623" y="82266"/>
                  <a:pt x="98760" y="82266"/>
                  <a:pt x="95149" y="85877"/>
                </a:cubicBezTo>
                <a:lnTo>
                  <a:pt x="64704" y="116322"/>
                </a:lnTo>
                <a:lnTo>
                  <a:pt x="64704" y="9243"/>
                </a:lnTo>
                <a:cubicBezTo>
                  <a:pt x="64704" y="4131"/>
                  <a:pt x="60573" y="0"/>
                  <a:pt x="55460" y="0"/>
                </a:cubicBezTo>
                <a:cubicBezTo>
                  <a:pt x="50347" y="0"/>
                  <a:pt x="46217" y="4131"/>
                  <a:pt x="46217" y="9243"/>
                </a:cubicBezTo>
                <a:lnTo>
                  <a:pt x="46217" y="116322"/>
                </a:lnTo>
                <a:lnTo>
                  <a:pt x="15771" y="85877"/>
                </a:lnTo>
                <a:cubicBezTo>
                  <a:pt x="12161" y="82266"/>
                  <a:pt x="6297" y="82266"/>
                  <a:pt x="2686" y="85877"/>
                </a:cubicBezTo>
                <a:cubicBezTo>
                  <a:pt x="-924" y="89487"/>
                  <a:pt x="-924" y="95351"/>
                  <a:pt x="2686" y="98962"/>
                </a:cubicBezTo>
                <a:lnTo>
                  <a:pt x="48903" y="145179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922697" y="3346099"/>
            <a:ext cx="29225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 rebote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6027" y="1894890"/>
            <a:ext cx="3697346" cy="1904133"/>
          </a:xfrm>
          <a:custGeom>
            <a:avLst/>
            <a:gdLst/>
            <a:ahLst/>
            <a:cxnLst/>
            <a:rect l="l" t="t" r="r" b="b"/>
            <a:pathLst>
              <a:path w="3697346" h="1904133">
                <a:moveTo>
                  <a:pt x="147894" y="0"/>
                </a:moveTo>
                <a:lnTo>
                  <a:pt x="3549452" y="0"/>
                </a:lnTo>
                <a:cubicBezTo>
                  <a:pt x="3631132" y="0"/>
                  <a:pt x="3697346" y="66214"/>
                  <a:pt x="3697346" y="147894"/>
                </a:cubicBezTo>
                <a:lnTo>
                  <a:pt x="3697346" y="1756239"/>
                </a:lnTo>
                <a:cubicBezTo>
                  <a:pt x="3697346" y="1837919"/>
                  <a:pt x="3631132" y="1904133"/>
                  <a:pt x="3549452" y="1904133"/>
                </a:cubicBezTo>
                <a:lnTo>
                  <a:pt x="147894" y="1904133"/>
                </a:lnTo>
                <a:cubicBezTo>
                  <a:pt x="66214" y="1904133"/>
                  <a:pt x="0" y="1837919"/>
                  <a:pt x="0" y="1756239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3164" y="205202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4551058" y="2199921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10920" y="0"/>
                </a:moveTo>
                <a:cubicBezTo>
                  <a:pt x="172139" y="0"/>
                  <a:pt x="221841" y="49702"/>
                  <a:pt x="221841" y="110920"/>
                </a:cubicBezTo>
                <a:cubicBezTo>
                  <a:pt x="221841" y="172139"/>
                  <a:pt x="172139" y="221841"/>
                  <a:pt x="110920" y="221841"/>
                </a:cubicBezTo>
                <a:cubicBezTo>
                  <a:pt x="49702" y="221841"/>
                  <a:pt x="0" y="172139"/>
                  <a:pt x="0" y="110920"/>
                </a:cubicBezTo>
                <a:cubicBezTo>
                  <a:pt x="0" y="49702"/>
                  <a:pt x="49702" y="0"/>
                  <a:pt x="110920" y="0"/>
                </a:cubicBezTo>
                <a:close/>
                <a:moveTo>
                  <a:pt x="100522" y="51994"/>
                </a:moveTo>
                <a:lnTo>
                  <a:pt x="100522" y="110920"/>
                </a:lnTo>
                <a:cubicBezTo>
                  <a:pt x="100522" y="114387"/>
                  <a:pt x="102255" y="117636"/>
                  <a:pt x="105158" y="119586"/>
                </a:cubicBezTo>
                <a:lnTo>
                  <a:pt x="146753" y="147316"/>
                </a:lnTo>
                <a:cubicBezTo>
                  <a:pt x="151519" y="150522"/>
                  <a:pt x="157975" y="149223"/>
                  <a:pt x="161181" y="144413"/>
                </a:cubicBezTo>
                <a:cubicBezTo>
                  <a:pt x="164387" y="139604"/>
                  <a:pt x="163088" y="133191"/>
                  <a:pt x="158278" y="129985"/>
                </a:cubicBezTo>
                <a:lnTo>
                  <a:pt x="121319" y="105374"/>
                </a:lnTo>
                <a:lnTo>
                  <a:pt x="121319" y="51994"/>
                </a:lnTo>
                <a:cubicBezTo>
                  <a:pt x="121319" y="46231"/>
                  <a:pt x="116683" y="41595"/>
                  <a:pt x="110920" y="41595"/>
                </a:cubicBezTo>
                <a:cubicBezTo>
                  <a:pt x="105158" y="41595"/>
                  <a:pt x="100522" y="46231"/>
                  <a:pt x="100522" y="51994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031713" y="2162948"/>
            <a:ext cx="2246138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Más Tiempo de Visita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3164" y="2680576"/>
            <a:ext cx="345701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usuarios permanecen más tiempo explorando el contenido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164" y="3272152"/>
            <a:ext cx="3383072" cy="369735"/>
          </a:xfrm>
          <a:custGeom>
            <a:avLst/>
            <a:gdLst/>
            <a:ahLst/>
            <a:cxnLst/>
            <a:rect l="l" t="t" r="r" b="b"/>
            <a:pathLst>
              <a:path w="3383072" h="369735">
                <a:moveTo>
                  <a:pt x="110920" y="0"/>
                </a:moveTo>
                <a:lnTo>
                  <a:pt x="3272152" y="0"/>
                </a:lnTo>
                <a:cubicBezTo>
                  <a:pt x="3333411" y="0"/>
                  <a:pt x="3383072" y="49661"/>
                  <a:pt x="3383072" y="110920"/>
                </a:cubicBezTo>
                <a:lnTo>
                  <a:pt x="3383072" y="258814"/>
                </a:lnTo>
                <a:cubicBezTo>
                  <a:pt x="3383072" y="320074"/>
                  <a:pt x="3333411" y="369735"/>
                  <a:pt x="3272152" y="369735"/>
                </a:cubicBezTo>
                <a:lnTo>
                  <a:pt x="110920" y="369735"/>
                </a:lnTo>
                <a:cubicBezTo>
                  <a:pt x="49702" y="369735"/>
                  <a:pt x="0" y="320033"/>
                  <a:pt x="0" y="25881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8031" y="3383072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61988" y="5026"/>
                </a:moveTo>
                <a:cubicBezTo>
                  <a:pt x="58378" y="1415"/>
                  <a:pt x="52514" y="1415"/>
                  <a:pt x="48903" y="5026"/>
                </a:cubicBezTo>
                <a:lnTo>
                  <a:pt x="2686" y="51243"/>
                </a:lnTo>
                <a:cubicBezTo>
                  <a:pt x="-924" y="54854"/>
                  <a:pt x="-924" y="60717"/>
                  <a:pt x="2686" y="64328"/>
                </a:cubicBezTo>
                <a:cubicBezTo>
                  <a:pt x="6297" y="67939"/>
                  <a:pt x="12161" y="67939"/>
                  <a:pt x="15771" y="64328"/>
                </a:cubicBezTo>
                <a:lnTo>
                  <a:pt x="46217" y="33883"/>
                </a:lnTo>
                <a:lnTo>
                  <a:pt x="46217" y="140961"/>
                </a:lnTo>
                <a:cubicBezTo>
                  <a:pt x="46217" y="146074"/>
                  <a:pt x="50347" y="150205"/>
                  <a:pt x="55460" y="150205"/>
                </a:cubicBezTo>
                <a:cubicBezTo>
                  <a:pt x="60573" y="150205"/>
                  <a:pt x="64704" y="146074"/>
                  <a:pt x="64704" y="140961"/>
                </a:cubicBezTo>
                <a:lnTo>
                  <a:pt x="64704" y="33883"/>
                </a:lnTo>
                <a:lnTo>
                  <a:pt x="95149" y="64328"/>
                </a:lnTo>
                <a:cubicBezTo>
                  <a:pt x="98760" y="67939"/>
                  <a:pt x="104623" y="67939"/>
                  <a:pt x="108234" y="64328"/>
                </a:cubicBezTo>
                <a:cubicBezTo>
                  <a:pt x="111845" y="60717"/>
                  <a:pt x="111845" y="54854"/>
                  <a:pt x="108234" y="51243"/>
                </a:cubicBezTo>
                <a:lnTo>
                  <a:pt x="62017" y="502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4789746" y="3346099"/>
            <a:ext cx="29225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engagement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13220" y="1894890"/>
            <a:ext cx="3697346" cy="1904133"/>
          </a:xfrm>
          <a:custGeom>
            <a:avLst/>
            <a:gdLst/>
            <a:ahLst/>
            <a:cxnLst/>
            <a:rect l="l" t="t" r="r" b="b"/>
            <a:pathLst>
              <a:path w="3697346" h="1904133">
                <a:moveTo>
                  <a:pt x="147894" y="0"/>
                </a:moveTo>
                <a:lnTo>
                  <a:pt x="3549452" y="0"/>
                </a:lnTo>
                <a:cubicBezTo>
                  <a:pt x="3631132" y="0"/>
                  <a:pt x="3697346" y="66214"/>
                  <a:pt x="3697346" y="147894"/>
                </a:cubicBezTo>
                <a:lnTo>
                  <a:pt x="3697346" y="1756239"/>
                </a:lnTo>
                <a:cubicBezTo>
                  <a:pt x="3697346" y="1837919"/>
                  <a:pt x="3631132" y="1904133"/>
                  <a:pt x="3549452" y="1904133"/>
                </a:cubicBezTo>
                <a:lnTo>
                  <a:pt x="147894" y="1904133"/>
                </a:lnTo>
                <a:cubicBezTo>
                  <a:pt x="66214" y="1904133"/>
                  <a:pt x="0" y="1837919"/>
                  <a:pt x="0" y="1756239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0357" y="205202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390521" y="2199921"/>
            <a:ext cx="277301" cy="221841"/>
          </a:xfrm>
          <a:custGeom>
            <a:avLst/>
            <a:gdLst/>
            <a:ahLst/>
            <a:cxnLst/>
            <a:rect l="l" t="t" r="r" b="b"/>
            <a:pathLst>
              <a:path w="277301" h="221841">
                <a:moveTo>
                  <a:pt x="10399" y="-6933"/>
                </a:moveTo>
                <a:cubicBezTo>
                  <a:pt x="4636" y="-6933"/>
                  <a:pt x="0" y="-2296"/>
                  <a:pt x="0" y="3466"/>
                </a:cubicBezTo>
                <a:cubicBezTo>
                  <a:pt x="0" y="9229"/>
                  <a:pt x="4636" y="13865"/>
                  <a:pt x="10399" y="13865"/>
                </a:cubicBezTo>
                <a:lnTo>
                  <a:pt x="30026" y="13865"/>
                </a:lnTo>
                <a:cubicBezTo>
                  <a:pt x="31716" y="13865"/>
                  <a:pt x="33146" y="15078"/>
                  <a:pt x="33449" y="16725"/>
                </a:cubicBezTo>
                <a:lnTo>
                  <a:pt x="56023" y="140774"/>
                </a:lnTo>
                <a:cubicBezTo>
                  <a:pt x="58710" y="155592"/>
                  <a:pt x="71622" y="166381"/>
                  <a:pt x="86700" y="166381"/>
                </a:cubicBezTo>
                <a:lnTo>
                  <a:pt x="197577" y="166381"/>
                </a:lnTo>
                <a:cubicBezTo>
                  <a:pt x="203340" y="166381"/>
                  <a:pt x="207976" y="161744"/>
                  <a:pt x="207976" y="155982"/>
                </a:cubicBezTo>
                <a:cubicBezTo>
                  <a:pt x="207976" y="150219"/>
                  <a:pt x="203340" y="145583"/>
                  <a:pt x="197577" y="145583"/>
                </a:cubicBezTo>
                <a:lnTo>
                  <a:pt x="86700" y="145583"/>
                </a:lnTo>
                <a:cubicBezTo>
                  <a:pt x="81674" y="145583"/>
                  <a:pt x="77384" y="141987"/>
                  <a:pt x="76474" y="137047"/>
                </a:cubicBezTo>
                <a:lnTo>
                  <a:pt x="74265" y="124785"/>
                </a:lnTo>
                <a:lnTo>
                  <a:pt x="205809" y="124785"/>
                </a:lnTo>
                <a:cubicBezTo>
                  <a:pt x="219154" y="124785"/>
                  <a:pt x="230593" y="115297"/>
                  <a:pt x="233063" y="102168"/>
                </a:cubicBezTo>
                <a:lnTo>
                  <a:pt x="246495" y="30286"/>
                </a:lnTo>
                <a:cubicBezTo>
                  <a:pt x="248098" y="21751"/>
                  <a:pt x="241555" y="13865"/>
                  <a:pt x="232846" y="13865"/>
                </a:cubicBezTo>
                <a:lnTo>
                  <a:pt x="54030" y="13865"/>
                </a:lnTo>
                <a:lnTo>
                  <a:pt x="53857" y="12998"/>
                </a:lnTo>
                <a:cubicBezTo>
                  <a:pt x="51777" y="1473"/>
                  <a:pt x="41725" y="-6933"/>
                  <a:pt x="29983" y="-6933"/>
                </a:cubicBezTo>
                <a:lnTo>
                  <a:pt x="10399" y="-6933"/>
                </a:lnTo>
                <a:close/>
                <a:moveTo>
                  <a:pt x="90123" y="221841"/>
                </a:moveTo>
                <a:cubicBezTo>
                  <a:pt x="101601" y="221841"/>
                  <a:pt x="110920" y="212522"/>
                  <a:pt x="110920" y="201043"/>
                </a:cubicBezTo>
                <a:cubicBezTo>
                  <a:pt x="110920" y="189565"/>
                  <a:pt x="101601" y="180246"/>
                  <a:pt x="90123" y="180246"/>
                </a:cubicBezTo>
                <a:cubicBezTo>
                  <a:pt x="78644" y="180246"/>
                  <a:pt x="69325" y="189565"/>
                  <a:pt x="69325" y="201043"/>
                </a:cubicBezTo>
                <a:cubicBezTo>
                  <a:pt x="69325" y="212522"/>
                  <a:pt x="78644" y="221841"/>
                  <a:pt x="90123" y="221841"/>
                </a:cubicBezTo>
                <a:close/>
                <a:moveTo>
                  <a:pt x="187178" y="221841"/>
                </a:moveTo>
                <a:cubicBezTo>
                  <a:pt x="198657" y="221841"/>
                  <a:pt x="207976" y="212522"/>
                  <a:pt x="207976" y="201043"/>
                </a:cubicBezTo>
                <a:cubicBezTo>
                  <a:pt x="207976" y="189565"/>
                  <a:pt x="198657" y="180246"/>
                  <a:pt x="187178" y="180246"/>
                </a:cubicBezTo>
                <a:cubicBezTo>
                  <a:pt x="175700" y="180246"/>
                  <a:pt x="166381" y="189565"/>
                  <a:pt x="166381" y="201043"/>
                </a:cubicBezTo>
                <a:cubicBezTo>
                  <a:pt x="166381" y="212522"/>
                  <a:pt x="175700" y="221841"/>
                  <a:pt x="187178" y="221841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8898906" y="2162948"/>
            <a:ext cx="194110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Mayor Conversión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0357" y="2680576"/>
            <a:ext cx="345701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 simple facilita compras y procesos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70357" y="3272152"/>
            <a:ext cx="3383072" cy="369735"/>
          </a:xfrm>
          <a:custGeom>
            <a:avLst/>
            <a:gdLst/>
            <a:ahLst/>
            <a:cxnLst/>
            <a:rect l="l" t="t" r="r" b="b"/>
            <a:pathLst>
              <a:path w="3383072" h="369735">
                <a:moveTo>
                  <a:pt x="110920" y="0"/>
                </a:moveTo>
                <a:lnTo>
                  <a:pt x="3272152" y="0"/>
                </a:lnTo>
                <a:cubicBezTo>
                  <a:pt x="3333411" y="0"/>
                  <a:pt x="3383072" y="49661"/>
                  <a:pt x="3383072" y="110920"/>
                </a:cubicBezTo>
                <a:lnTo>
                  <a:pt x="3383072" y="258814"/>
                </a:lnTo>
                <a:cubicBezTo>
                  <a:pt x="3383072" y="320074"/>
                  <a:pt x="3333411" y="369735"/>
                  <a:pt x="3272152" y="369735"/>
                </a:cubicBezTo>
                <a:lnTo>
                  <a:pt x="110920" y="369735"/>
                </a:lnTo>
                <a:cubicBezTo>
                  <a:pt x="49702" y="369735"/>
                  <a:pt x="0" y="320033"/>
                  <a:pt x="0" y="25881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55225" y="3383072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61988" y="5026"/>
                </a:moveTo>
                <a:cubicBezTo>
                  <a:pt x="58378" y="1415"/>
                  <a:pt x="52514" y="1415"/>
                  <a:pt x="48903" y="5026"/>
                </a:cubicBezTo>
                <a:lnTo>
                  <a:pt x="2686" y="51243"/>
                </a:lnTo>
                <a:cubicBezTo>
                  <a:pt x="-924" y="54854"/>
                  <a:pt x="-924" y="60717"/>
                  <a:pt x="2686" y="64328"/>
                </a:cubicBezTo>
                <a:cubicBezTo>
                  <a:pt x="6297" y="67939"/>
                  <a:pt x="12161" y="67939"/>
                  <a:pt x="15771" y="64328"/>
                </a:cubicBezTo>
                <a:lnTo>
                  <a:pt x="46217" y="33883"/>
                </a:lnTo>
                <a:lnTo>
                  <a:pt x="46217" y="140961"/>
                </a:lnTo>
                <a:cubicBezTo>
                  <a:pt x="46217" y="146074"/>
                  <a:pt x="50347" y="150205"/>
                  <a:pt x="55460" y="150205"/>
                </a:cubicBezTo>
                <a:cubicBezTo>
                  <a:pt x="60573" y="150205"/>
                  <a:pt x="64704" y="146074"/>
                  <a:pt x="64704" y="140961"/>
                </a:cubicBezTo>
                <a:lnTo>
                  <a:pt x="64704" y="33883"/>
                </a:lnTo>
                <a:lnTo>
                  <a:pt x="95149" y="64328"/>
                </a:lnTo>
                <a:cubicBezTo>
                  <a:pt x="98760" y="67939"/>
                  <a:pt x="104623" y="67939"/>
                  <a:pt x="108234" y="64328"/>
                </a:cubicBezTo>
                <a:cubicBezTo>
                  <a:pt x="111845" y="60717"/>
                  <a:pt x="111845" y="54854"/>
                  <a:pt x="108234" y="51243"/>
                </a:cubicBezTo>
                <a:lnTo>
                  <a:pt x="62017" y="5026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2" name="Text 30"/>
          <p:cNvSpPr/>
          <p:nvPr/>
        </p:nvSpPr>
        <p:spPr>
          <a:xfrm>
            <a:off x="8656939" y="3346099"/>
            <a:ext cx="29225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conversiones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8978" y="3965404"/>
            <a:ext cx="3697346" cy="2310842"/>
          </a:xfrm>
          <a:custGeom>
            <a:avLst/>
            <a:gdLst/>
            <a:ahLst/>
            <a:cxnLst/>
            <a:rect l="l" t="t" r="r" b="b"/>
            <a:pathLst>
              <a:path w="3697346" h="2310842">
                <a:moveTo>
                  <a:pt x="147894" y="0"/>
                </a:moveTo>
                <a:lnTo>
                  <a:pt x="3549453" y="0"/>
                </a:lnTo>
                <a:cubicBezTo>
                  <a:pt x="3631132" y="0"/>
                  <a:pt x="3697346" y="66214"/>
                  <a:pt x="3697346" y="147894"/>
                </a:cubicBezTo>
                <a:lnTo>
                  <a:pt x="3697346" y="2162948"/>
                </a:lnTo>
                <a:cubicBezTo>
                  <a:pt x="3697346" y="2244627"/>
                  <a:pt x="3631132" y="2310842"/>
                  <a:pt x="3549453" y="2310842"/>
                </a:cubicBezTo>
                <a:lnTo>
                  <a:pt x="147894" y="2310842"/>
                </a:lnTo>
                <a:cubicBezTo>
                  <a:pt x="66214" y="2310842"/>
                  <a:pt x="0" y="2244627"/>
                  <a:pt x="0" y="2162948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6115" y="4122541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84009" y="4270435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04421" y="37739"/>
                </a:moveTo>
                <a:lnTo>
                  <a:pt x="110920" y="46708"/>
                </a:lnTo>
                <a:lnTo>
                  <a:pt x="117420" y="37739"/>
                </a:lnTo>
                <a:cubicBezTo>
                  <a:pt x="128252" y="22747"/>
                  <a:pt x="145670" y="13865"/>
                  <a:pt x="164171" y="13865"/>
                </a:cubicBezTo>
                <a:cubicBezTo>
                  <a:pt x="196017" y="13865"/>
                  <a:pt x="221841" y="39689"/>
                  <a:pt x="221841" y="71535"/>
                </a:cubicBezTo>
                <a:lnTo>
                  <a:pt x="221841" y="72662"/>
                </a:lnTo>
                <a:cubicBezTo>
                  <a:pt x="221841" y="121276"/>
                  <a:pt x="161225" y="177733"/>
                  <a:pt x="129595" y="201866"/>
                </a:cubicBezTo>
                <a:cubicBezTo>
                  <a:pt x="124222" y="205939"/>
                  <a:pt x="117636" y="207976"/>
                  <a:pt x="110920" y="207976"/>
                </a:cubicBezTo>
                <a:cubicBezTo>
                  <a:pt x="104205" y="207976"/>
                  <a:pt x="97575" y="205983"/>
                  <a:pt x="92246" y="201866"/>
                </a:cubicBezTo>
                <a:cubicBezTo>
                  <a:pt x="60616" y="177733"/>
                  <a:pt x="0" y="121276"/>
                  <a:pt x="0" y="72662"/>
                </a:cubicBezTo>
                <a:lnTo>
                  <a:pt x="0" y="71535"/>
                </a:lnTo>
                <a:cubicBezTo>
                  <a:pt x="0" y="39689"/>
                  <a:pt x="25824" y="13865"/>
                  <a:pt x="57670" y="13865"/>
                </a:cubicBezTo>
                <a:cubicBezTo>
                  <a:pt x="76171" y="13865"/>
                  <a:pt x="93589" y="22747"/>
                  <a:pt x="104421" y="3773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1164664" y="4233462"/>
            <a:ext cx="1922620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Mejor Experiencia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6115" y="4751090"/>
            <a:ext cx="3457019" cy="88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Fidelización y recomendación de usuarios satisfechos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6115" y="5749374"/>
            <a:ext cx="3383072" cy="369735"/>
          </a:xfrm>
          <a:custGeom>
            <a:avLst/>
            <a:gdLst/>
            <a:ahLst/>
            <a:cxnLst/>
            <a:rect l="l" t="t" r="r" b="b"/>
            <a:pathLst>
              <a:path w="3383072" h="369735">
                <a:moveTo>
                  <a:pt x="110920" y="0"/>
                </a:moveTo>
                <a:lnTo>
                  <a:pt x="3272152" y="0"/>
                </a:lnTo>
                <a:cubicBezTo>
                  <a:pt x="3333411" y="0"/>
                  <a:pt x="3383072" y="49661"/>
                  <a:pt x="3383072" y="110920"/>
                </a:cubicBezTo>
                <a:lnTo>
                  <a:pt x="3383072" y="258814"/>
                </a:lnTo>
                <a:cubicBezTo>
                  <a:pt x="3383072" y="320074"/>
                  <a:pt x="3333411" y="369735"/>
                  <a:pt x="3272152" y="369735"/>
                </a:cubicBezTo>
                <a:lnTo>
                  <a:pt x="110920" y="369735"/>
                </a:lnTo>
                <a:cubicBezTo>
                  <a:pt x="49702" y="369735"/>
                  <a:pt x="0" y="320033"/>
                  <a:pt x="0" y="25881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4009" y="5860294"/>
            <a:ext cx="184867" cy="147894"/>
          </a:xfrm>
          <a:custGeom>
            <a:avLst/>
            <a:gdLst/>
            <a:ahLst/>
            <a:cxnLst/>
            <a:rect l="l" t="t" r="r" b="b"/>
            <a:pathLst>
              <a:path w="184867" h="147894">
                <a:moveTo>
                  <a:pt x="92434" y="4622"/>
                </a:moveTo>
                <a:cubicBezTo>
                  <a:pt x="109014" y="4622"/>
                  <a:pt x="122475" y="18083"/>
                  <a:pt x="122475" y="34663"/>
                </a:cubicBezTo>
                <a:cubicBezTo>
                  <a:pt x="122475" y="51243"/>
                  <a:pt x="109014" y="64704"/>
                  <a:pt x="92434" y="64704"/>
                </a:cubicBezTo>
                <a:cubicBezTo>
                  <a:pt x="75854" y="64704"/>
                  <a:pt x="62393" y="51243"/>
                  <a:pt x="62393" y="34663"/>
                </a:cubicBezTo>
                <a:cubicBezTo>
                  <a:pt x="62393" y="18083"/>
                  <a:pt x="75854" y="4622"/>
                  <a:pt x="92434" y="4622"/>
                </a:cubicBezTo>
                <a:close/>
                <a:moveTo>
                  <a:pt x="27730" y="25419"/>
                </a:moveTo>
                <a:cubicBezTo>
                  <a:pt x="39209" y="25419"/>
                  <a:pt x="48528" y="34738"/>
                  <a:pt x="48528" y="46217"/>
                </a:cubicBezTo>
                <a:cubicBezTo>
                  <a:pt x="48528" y="57695"/>
                  <a:pt x="39209" y="67014"/>
                  <a:pt x="27730" y="67014"/>
                </a:cubicBezTo>
                <a:cubicBezTo>
                  <a:pt x="16252" y="67014"/>
                  <a:pt x="6933" y="57695"/>
                  <a:pt x="6933" y="46217"/>
                </a:cubicBezTo>
                <a:cubicBezTo>
                  <a:pt x="6933" y="34738"/>
                  <a:pt x="16252" y="25419"/>
                  <a:pt x="27730" y="25419"/>
                </a:cubicBezTo>
                <a:close/>
                <a:moveTo>
                  <a:pt x="0" y="120164"/>
                </a:moveTo>
                <a:cubicBezTo>
                  <a:pt x="0" y="99742"/>
                  <a:pt x="16551" y="83190"/>
                  <a:pt x="36973" y="83190"/>
                </a:cubicBezTo>
                <a:cubicBezTo>
                  <a:pt x="40671" y="83190"/>
                  <a:pt x="44253" y="83739"/>
                  <a:pt x="47632" y="84750"/>
                </a:cubicBezTo>
                <a:cubicBezTo>
                  <a:pt x="38129" y="95380"/>
                  <a:pt x="32352" y="109418"/>
                  <a:pt x="32352" y="124785"/>
                </a:cubicBezTo>
                <a:lnTo>
                  <a:pt x="32352" y="129407"/>
                </a:lnTo>
                <a:cubicBezTo>
                  <a:pt x="32352" y="132700"/>
                  <a:pt x="33045" y="135820"/>
                  <a:pt x="34287" y="138650"/>
                </a:cubicBezTo>
                <a:lnTo>
                  <a:pt x="9243" y="138650"/>
                </a:lnTo>
                <a:cubicBezTo>
                  <a:pt x="4131" y="138650"/>
                  <a:pt x="0" y="134520"/>
                  <a:pt x="0" y="129407"/>
                </a:cubicBezTo>
                <a:lnTo>
                  <a:pt x="0" y="120164"/>
                </a:lnTo>
                <a:close/>
                <a:moveTo>
                  <a:pt x="150580" y="138650"/>
                </a:moveTo>
                <a:cubicBezTo>
                  <a:pt x="151822" y="135820"/>
                  <a:pt x="152516" y="132700"/>
                  <a:pt x="152516" y="129407"/>
                </a:cubicBezTo>
                <a:lnTo>
                  <a:pt x="152516" y="124785"/>
                </a:lnTo>
                <a:cubicBezTo>
                  <a:pt x="152516" y="109418"/>
                  <a:pt x="146738" y="95380"/>
                  <a:pt x="137235" y="84750"/>
                </a:cubicBezTo>
                <a:cubicBezTo>
                  <a:pt x="140615" y="83739"/>
                  <a:pt x="144197" y="83190"/>
                  <a:pt x="147894" y="83190"/>
                </a:cubicBezTo>
                <a:cubicBezTo>
                  <a:pt x="168316" y="83190"/>
                  <a:pt x="184867" y="99742"/>
                  <a:pt x="184867" y="120164"/>
                </a:cubicBezTo>
                <a:lnTo>
                  <a:pt x="184867" y="129407"/>
                </a:lnTo>
                <a:cubicBezTo>
                  <a:pt x="184867" y="134520"/>
                  <a:pt x="180737" y="138650"/>
                  <a:pt x="175624" y="138650"/>
                </a:cubicBezTo>
                <a:lnTo>
                  <a:pt x="150580" y="138650"/>
                </a:lnTo>
                <a:close/>
                <a:moveTo>
                  <a:pt x="136340" y="46217"/>
                </a:moveTo>
                <a:cubicBezTo>
                  <a:pt x="136340" y="34738"/>
                  <a:pt x="145659" y="25419"/>
                  <a:pt x="157137" y="25419"/>
                </a:cubicBezTo>
                <a:cubicBezTo>
                  <a:pt x="168616" y="25419"/>
                  <a:pt x="177935" y="34738"/>
                  <a:pt x="177935" y="46217"/>
                </a:cubicBezTo>
                <a:cubicBezTo>
                  <a:pt x="177935" y="57695"/>
                  <a:pt x="168616" y="67014"/>
                  <a:pt x="157137" y="67014"/>
                </a:cubicBezTo>
                <a:cubicBezTo>
                  <a:pt x="145659" y="67014"/>
                  <a:pt x="136340" y="57695"/>
                  <a:pt x="136340" y="46217"/>
                </a:cubicBezTo>
                <a:close/>
                <a:moveTo>
                  <a:pt x="46217" y="124785"/>
                </a:moveTo>
                <a:cubicBezTo>
                  <a:pt x="46217" y="99251"/>
                  <a:pt x="66899" y="78569"/>
                  <a:pt x="92434" y="78569"/>
                </a:cubicBezTo>
                <a:cubicBezTo>
                  <a:pt x="117968" y="78569"/>
                  <a:pt x="138650" y="99251"/>
                  <a:pt x="138650" y="124785"/>
                </a:cubicBezTo>
                <a:lnTo>
                  <a:pt x="138650" y="129407"/>
                </a:lnTo>
                <a:cubicBezTo>
                  <a:pt x="138650" y="134520"/>
                  <a:pt x="134520" y="138650"/>
                  <a:pt x="129407" y="138650"/>
                </a:cubicBezTo>
                <a:lnTo>
                  <a:pt x="55460" y="138650"/>
                </a:lnTo>
                <a:cubicBezTo>
                  <a:pt x="50347" y="138650"/>
                  <a:pt x="46217" y="134520"/>
                  <a:pt x="46217" y="129407"/>
                </a:cubicBezTo>
                <a:lnTo>
                  <a:pt x="46217" y="1247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922697" y="5823321"/>
            <a:ext cx="29225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Lealtad del cliente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6027" y="3965404"/>
            <a:ext cx="3697346" cy="2310842"/>
          </a:xfrm>
          <a:custGeom>
            <a:avLst/>
            <a:gdLst/>
            <a:ahLst/>
            <a:cxnLst/>
            <a:rect l="l" t="t" r="r" b="b"/>
            <a:pathLst>
              <a:path w="3697346" h="2310842">
                <a:moveTo>
                  <a:pt x="147894" y="0"/>
                </a:moveTo>
                <a:lnTo>
                  <a:pt x="3549453" y="0"/>
                </a:lnTo>
                <a:cubicBezTo>
                  <a:pt x="3631132" y="0"/>
                  <a:pt x="3697346" y="66214"/>
                  <a:pt x="3697346" y="147894"/>
                </a:cubicBezTo>
                <a:lnTo>
                  <a:pt x="3697346" y="2162948"/>
                </a:lnTo>
                <a:cubicBezTo>
                  <a:pt x="3697346" y="2244627"/>
                  <a:pt x="3631132" y="2310842"/>
                  <a:pt x="3549453" y="2310842"/>
                </a:cubicBezTo>
                <a:lnTo>
                  <a:pt x="147894" y="2310842"/>
                </a:lnTo>
                <a:cubicBezTo>
                  <a:pt x="66214" y="2310842"/>
                  <a:pt x="0" y="2244627"/>
                  <a:pt x="0" y="2162948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3164" y="4122541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4592653" y="4270435"/>
            <a:ext cx="138650" cy="221841"/>
          </a:xfrm>
          <a:custGeom>
            <a:avLst/>
            <a:gdLst/>
            <a:ahLst/>
            <a:cxnLst/>
            <a:rect l="l" t="t" r="r" b="b"/>
            <a:pathLst>
              <a:path w="138650" h="221841">
                <a:moveTo>
                  <a:pt x="58926" y="10399"/>
                </a:moveTo>
                <a:cubicBezTo>
                  <a:pt x="58926" y="4636"/>
                  <a:pt x="63563" y="0"/>
                  <a:pt x="69325" y="0"/>
                </a:cubicBezTo>
                <a:cubicBezTo>
                  <a:pt x="75088" y="0"/>
                  <a:pt x="79724" y="4636"/>
                  <a:pt x="79724" y="10399"/>
                </a:cubicBezTo>
                <a:lnTo>
                  <a:pt x="79724" y="27730"/>
                </a:lnTo>
                <a:lnTo>
                  <a:pt x="103988" y="27730"/>
                </a:lnTo>
                <a:cubicBezTo>
                  <a:pt x="111657" y="27730"/>
                  <a:pt x="117853" y="33926"/>
                  <a:pt x="117853" y="41595"/>
                </a:cubicBezTo>
                <a:cubicBezTo>
                  <a:pt x="117853" y="49264"/>
                  <a:pt x="111657" y="55460"/>
                  <a:pt x="103988" y="55460"/>
                </a:cubicBezTo>
                <a:lnTo>
                  <a:pt x="54204" y="55460"/>
                </a:lnTo>
                <a:cubicBezTo>
                  <a:pt x="43415" y="55460"/>
                  <a:pt x="34663" y="64213"/>
                  <a:pt x="34663" y="75001"/>
                </a:cubicBezTo>
                <a:cubicBezTo>
                  <a:pt x="34663" y="84750"/>
                  <a:pt x="41812" y="92982"/>
                  <a:pt x="51431" y="94369"/>
                </a:cubicBezTo>
                <a:lnTo>
                  <a:pt x="91119" y="100045"/>
                </a:lnTo>
                <a:cubicBezTo>
                  <a:pt x="114430" y="103381"/>
                  <a:pt x="131718" y="123312"/>
                  <a:pt x="131718" y="146840"/>
                </a:cubicBezTo>
                <a:cubicBezTo>
                  <a:pt x="131718" y="172966"/>
                  <a:pt x="110530" y="194111"/>
                  <a:pt x="84447" y="194111"/>
                </a:cubicBezTo>
                <a:lnTo>
                  <a:pt x="79724" y="194111"/>
                </a:lnTo>
                <a:lnTo>
                  <a:pt x="79724" y="211442"/>
                </a:lnTo>
                <a:cubicBezTo>
                  <a:pt x="79724" y="217205"/>
                  <a:pt x="75088" y="221841"/>
                  <a:pt x="69325" y="221841"/>
                </a:cubicBezTo>
                <a:cubicBezTo>
                  <a:pt x="63563" y="221841"/>
                  <a:pt x="58926" y="217205"/>
                  <a:pt x="58926" y="211442"/>
                </a:cubicBezTo>
                <a:lnTo>
                  <a:pt x="58926" y="194111"/>
                </a:lnTo>
                <a:lnTo>
                  <a:pt x="27730" y="194111"/>
                </a:lnTo>
                <a:cubicBezTo>
                  <a:pt x="20061" y="194111"/>
                  <a:pt x="13865" y="187915"/>
                  <a:pt x="13865" y="180246"/>
                </a:cubicBezTo>
                <a:cubicBezTo>
                  <a:pt x="13865" y="172577"/>
                  <a:pt x="20061" y="166381"/>
                  <a:pt x="27730" y="166381"/>
                </a:cubicBezTo>
                <a:lnTo>
                  <a:pt x="84447" y="166381"/>
                </a:lnTo>
                <a:cubicBezTo>
                  <a:pt x="95236" y="166381"/>
                  <a:pt x="103988" y="157628"/>
                  <a:pt x="103988" y="146840"/>
                </a:cubicBezTo>
                <a:cubicBezTo>
                  <a:pt x="103988" y="137091"/>
                  <a:pt x="96839" y="128858"/>
                  <a:pt x="87220" y="127472"/>
                </a:cubicBezTo>
                <a:lnTo>
                  <a:pt x="47531" y="121796"/>
                </a:lnTo>
                <a:cubicBezTo>
                  <a:pt x="24221" y="118503"/>
                  <a:pt x="6933" y="98529"/>
                  <a:pt x="6933" y="75001"/>
                </a:cubicBezTo>
                <a:cubicBezTo>
                  <a:pt x="6933" y="48918"/>
                  <a:pt x="28120" y="27730"/>
                  <a:pt x="54204" y="27730"/>
                </a:cubicBezTo>
                <a:lnTo>
                  <a:pt x="58926" y="27730"/>
                </a:lnTo>
                <a:lnTo>
                  <a:pt x="58926" y="10399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4" name="Text 42"/>
          <p:cNvSpPr/>
          <p:nvPr/>
        </p:nvSpPr>
        <p:spPr>
          <a:xfrm>
            <a:off x="5031713" y="4233462"/>
            <a:ext cx="1894890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Mayores Ingresos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03164" y="4751090"/>
            <a:ext cx="3457019" cy="88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Consecuencia agregada de todos los beneficios anteriores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03164" y="5749374"/>
            <a:ext cx="3383072" cy="369735"/>
          </a:xfrm>
          <a:custGeom>
            <a:avLst/>
            <a:gdLst/>
            <a:ahLst/>
            <a:cxnLst/>
            <a:rect l="l" t="t" r="r" b="b"/>
            <a:pathLst>
              <a:path w="3383072" h="369735">
                <a:moveTo>
                  <a:pt x="110920" y="0"/>
                </a:moveTo>
                <a:lnTo>
                  <a:pt x="3272152" y="0"/>
                </a:lnTo>
                <a:cubicBezTo>
                  <a:pt x="3333411" y="0"/>
                  <a:pt x="3383072" y="49661"/>
                  <a:pt x="3383072" y="110920"/>
                </a:cubicBezTo>
                <a:lnTo>
                  <a:pt x="3383072" y="258814"/>
                </a:lnTo>
                <a:cubicBezTo>
                  <a:pt x="3383072" y="320074"/>
                  <a:pt x="3333411" y="369735"/>
                  <a:pt x="3272152" y="369735"/>
                </a:cubicBezTo>
                <a:lnTo>
                  <a:pt x="110920" y="369735"/>
                </a:lnTo>
                <a:cubicBezTo>
                  <a:pt x="49702" y="369735"/>
                  <a:pt x="0" y="320033"/>
                  <a:pt x="0" y="25881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69545" y="5860294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8487" y="18487"/>
                </a:moveTo>
                <a:cubicBezTo>
                  <a:pt x="18487" y="13374"/>
                  <a:pt x="14356" y="9243"/>
                  <a:pt x="9243" y="9243"/>
                </a:cubicBezTo>
                <a:cubicBezTo>
                  <a:pt x="4131" y="9243"/>
                  <a:pt x="0" y="13374"/>
                  <a:pt x="0" y="18487"/>
                </a:cubicBezTo>
                <a:lnTo>
                  <a:pt x="0" y="115542"/>
                </a:lnTo>
                <a:cubicBezTo>
                  <a:pt x="0" y="128309"/>
                  <a:pt x="10341" y="138650"/>
                  <a:pt x="23108" y="138650"/>
                </a:cubicBezTo>
                <a:lnTo>
                  <a:pt x="138650" y="138650"/>
                </a:lnTo>
                <a:cubicBezTo>
                  <a:pt x="143763" y="138650"/>
                  <a:pt x="147894" y="134520"/>
                  <a:pt x="147894" y="129407"/>
                </a:cubicBezTo>
                <a:cubicBezTo>
                  <a:pt x="147894" y="124294"/>
                  <a:pt x="143763" y="120164"/>
                  <a:pt x="138650" y="120164"/>
                </a:cubicBezTo>
                <a:lnTo>
                  <a:pt x="23108" y="120164"/>
                </a:lnTo>
                <a:cubicBezTo>
                  <a:pt x="20566" y="120164"/>
                  <a:pt x="18487" y="118084"/>
                  <a:pt x="18487" y="115542"/>
                </a:cubicBezTo>
                <a:lnTo>
                  <a:pt x="18487" y="18487"/>
                </a:lnTo>
                <a:close/>
                <a:moveTo>
                  <a:pt x="135935" y="43502"/>
                </a:moveTo>
                <a:cubicBezTo>
                  <a:pt x="139546" y="39891"/>
                  <a:pt x="139546" y="34027"/>
                  <a:pt x="135935" y="30416"/>
                </a:cubicBezTo>
                <a:cubicBezTo>
                  <a:pt x="132325" y="26806"/>
                  <a:pt x="126461" y="26806"/>
                  <a:pt x="122850" y="30416"/>
                </a:cubicBezTo>
                <a:lnTo>
                  <a:pt x="92434" y="60862"/>
                </a:lnTo>
                <a:lnTo>
                  <a:pt x="75853" y="44310"/>
                </a:lnTo>
                <a:cubicBezTo>
                  <a:pt x="72243" y="40700"/>
                  <a:pt x="66379" y="40700"/>
                  <a:pt x="62768" y="44310"/>
                </a:cubicBezTo>
                <a:lnTo>
                  <a:pt x="35038" y="72040"/>
                </a:lnTo>
                <a:cubicBezTo>
                  <a:pt x="31427" y="75651"/>
                  <a:pt x="31427" y="81515"/>
                  <a:pt x="35038" y="85126"/>
                </a:cubicBezTo>
                <a:cubicBezTo>
                  <a:pt x="38649" y="88736"/>
                  <a:pt x="44513" y="88736"/>
                  <a:pt x="48123" y="85126"/>
                </a:cubicBezTo>
                <a:lnTo>
                  <a:pt x="69325" y="63924"/>
                </a:lnTo>
                <a:lnTo>
                  <a:pt x="85906" y="80504"/>
                </a:lnTo>
                <a:cubicBezTo>
                  <a:pt x="89516" y="84115"/>
                  <a:pt x="95380" y="84115"/>
                  <a:pt x="98991" y="80504"/>
                </a:cubicBezTo>
                <a:lnTo>
                  <a:pt x="135964" y="43530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8" name="Text 46"/>
          <p:cNvSpPr/>
          <p:nvPr/>
        </p:nvSpPr>
        <p:spPr>
          <a:xfrm>
            <a:off x="4789746" y="5823321"/>
            <a:ext cx="29225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positivo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22464" y="3974647"/>
            <a:ext cx="3678860" cy="2292355"/>
          </a:xfrm>
          <a:custGeom>
            <a:avLst/>
            <a:gdLst/>
            <a:ahLst/>
            <a:cxnLst/>
            <a:rect l="l" t="t" r="r" b="b"/>
            <a:pathLst>
              <a:path w="3678860" h="2292355">
                <a:moveTo>
                  <a:pt x="147903" y="0"/>
                </a:moveTo>
                <a:lnTo>
                  <a:pt x="3530957" y="0"/>
                </a:lnTo>
                <a:cubicBezTo>
                  <a:pt x="3612641" y="0"/>
                  <a:pt x="3678860" y="66218"/>
                  <a:pt x="3678860" y="147903"/>
                </a:cubicBezTo>
                <a:lnTo>
                  <a:pt x="3678860" y="2144452"/>
                </a:lnTo>
                <a:cubicBezTo>
                  <a:pt x="3678860" y="2226137"/>
                  <a:pt x="3612641" y="2292355"/>
                  <a:pt x="3530957" y="2292355"/>
                </a:cubicBezTo>
                <a:lnTo>
                  <a:pt x="147903" y="2292355"/>
                </a:lnTo>
                <a:cubicBezTo>
                  <a:pt x="66218" y="2292355"/>
                  <a:pt x="0" y="2226137"/>
                  <a:pt x="0" y="2144452"/>
                </a:cubicBezTo>
                <a:lnTo>
                  <a:pt x="0" y="147903"/>
                </a:lnTo>
                <a:cubicBezTo>
                  <a:pt x="0" y="66273"/>
                  <a:pt x="66273" y="0"/>
                  <a:pt x="147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3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508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67694" y="4141028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9827143" y="4298165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138650" y="0"/>
                </a:moveTo>
                <a:cubicBezTo>
                  <a:pt x="146612" y="0"/>
                  <a:pt x="153924" y="4387"/>
                  <a:pt x="157715" y="11374"/>
                </a:cubicBezTo>
                <a:lnTo>
                  <a:pt x="274701" y="228015"/>
                </a:lnTo>
                <a:cubicBezTo>
                  <a:pt x="278330" y="234731"/>
                  <a:pt x="278168" y="242855"/>
                  <a:pt x="274268" y="249408"/>
                </a:cubicBezTo>
                <a:cubicBezTo>
                  <a:pt x="270368" y="255962"/>
                  <a:pt x="263273" y="259970"/>
                  <a:pt x="255637" y="259970"/>
                </a:cubicBezTo>
                <a:lnTo>
                  <a:pt x="21664" y="259970"/>
                </a:lnTo>
                <a:cubicBezTo>
                  <a:pt x="14028" y="259970"/>
                  <a:pt x="6987" y="255962"/>
                  <a:pt x="3033" y="249408"/>
                </a:cubicBezTo>
                <a:cubicBezTo>
                  <a:pt x="-921" y="242855"/>
                  <a:pt x="-1029" y="234731"/>
                  <a:pt x="2600" y="228015"/>
                </a:cubicBezTo>
                <a:lnTo>
                  <a:pt x="119586" y="11374"/>
                </a:lnTo>
                <a:cubicBezTo>
                  <a:pt x="123377" y="4387"/>
                  <a:pt x="130689" y="0"/>
                  <a:pt x="138650" y="0"/>
                </a:cubicBezTo>
                <a:close/>
                <a:moveTo>
                  <a:pt x="138650" y="90989"/>
                </a:moveTo>
                <a:cubicBezTo>
                  <a:pt x="131447" y="90989"/>
                  <a:pt x="125652" y="96785"/>
                  <a:pt x="125652" y="103988"/>
                </a:cubicBezTo>
                <a:lnTo>
                  <a:pt x="125652" y="164647"/>
                </a:lnTo>
                <a:cubicBezTo>
                  <a:pt x="125652" y="171851"/>
                  <a:pt x="131447" y="177646"/>
                  <a:pt x="138650" y="177646"/>
                </a:cubicBezTo>
                <a:cubicBezTo>
                  <a:pt x="145854" y="177646"/>
                  <a:pt x="151649" y="171851"/>
                  <a:pt x="151649" y="164647"/>
                </a:cubicBezTo>
                <a:lnTo>
                  <a:pt x="151649" y="103988"/>
                </a:lnTo>
                <a:cubicBezTo>
                  <a:pt x="151649" y="96785"/>
                  <a:pt x="145854" y="90989"/>
                  <a:pt x="138650" y="90989"/>
                </a:cubicBezTo>
                <a:close/>
                <a:moveTo>
                  <a:pt x="153111" y="207976"/>
                </a:moveTo>
                <a:cubicBezTo>
                  <a:pt x="153440" y="202608"/>
                  <a:pt x="150763" y="197501"/>
                  <a:pt x="146162" y="194718"/>
                </a:cubicBezTo>
                <a:cubicBezTo>
                  <a:pt x="141561" y="191935"/>
                  <a:pt x="135795" y="191935"/>
                  <a:pt x="131193" y="194718"/>
                </a:cubicBezTo>
                <a:cubicBezTo>
                  <a:pt x="126592" y="197501"/>
                  <a:pt x="123915" y="202608"/>
                  <a:pt x="124244" y="207976"/>
                </a:cubicBezTo>
                <a:cubicBezTo>
                  <a:pt x="123915" y="213343"/>
                  <a:pt x="126592" y="218450"/>
                  <a:pt x="131193" y="221234"/>
                </a:cubicBezTo>
                <a:cubicBezTo>
                  <a:pt x="135795" y="224017"/>
                  <a:pt x="141561" y="224017"/>
                  <a:pt x="146162" y="221234"/>
                </a:cubicBezTo>
                <a:cubicBezTo>
                  <a:pt x="150763" y="218450"/>
                  <a:pt x="153440" y="213343"/>
                  <a:pt x="153111" y="207976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52" name="Text 50"/>
          <p:cNvSpPr/>
          <p:nvPr/>
        </p:nvSpPr>
        <p:spPr>
          <a:xfrm>
            <a:off x="9409747" y="4843524"/>
            <a:ext cx="1109204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4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88%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51871" y="5361152"/>
            <a:ext cx="3420045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los usuarios </a:t>
            </a:r>
            <a:pPr algn="ctr">
              <a:lnSpc>
                <a:spcPct val="140000"/>
              </a:lnSpc>
            </a:pPr>
            <a:r>
              <a:rPr lang="en-US" sz="1165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vuelven</a:t>
            </a:r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un sitio web después de una mala experiencia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624655" y="5915754"/>
            <a:ext cx="674766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F7F7F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 Clave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74356" y="6364058"/>
            <a:ext cx="11443287" cy="489898"/>
          </a:xfrm>
          <a:custGeom>
            <a:avLst/>
            <a:gdLst/>
            <a:ahLst/>
            <a:cxnLst/>
            <a:rect l="l" t="t" r="r" b="b"/>
            <a:pathLst>
              <a:path w="11443287" h="489898">
                <a:moveTo>
                  <a:pt x="147895" y="0"/>
                </a:moveTo>
                <a:lnTo>
                  <a:pt x="11295392" y="0"/>
                </a:lnTo>
                <a:cubicBezTo>
                  <a:pt x="11377072" y="0"/>
                  <a:pt x="11443287" y="66215"/>
                  <a:pt x="11443287" y="147895"/>
                </a:cubicBezTo>
                <a:lnTo>
                  <a:pt x="11443287" y="342003"/>
                </a:lnTo>
                <a:cubicBezTo>
                  <a:pt x="11443287" y="423683"/>
                  <a:pt x="11377072" y="489898"/>
                  <a:pt x="11295392" y="489898"/>
                </a:cubicBezTo>
                <a:lnTo>
                  <a:pt x="147895" y="489898"/>
                </a:lnTo>
                <a:cubicBezTo>
                  <a:pt x="66270" y="489898"/>
                  <a:pt x="0" y="423629"/>
                  <a:pt x="0" y="342003"/>
                </a:cubicBezTo>
                <a:lnTo>
                  <a:pt x="0" y="147895"/>
                </a:lnTo>
                <a:cubicBezTo>
                  <a:pt x="0" y="66215"/>
                  <a:pt x="66215" y="0"/>
                  <a:pt x="1478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0" scaled="1"/>
          </a:gradFill>
          <a:ln w="127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39583" y="6516573"/>
            <a:ext cx="124785" cy="166381"/>
          </a:xfrm>
          <a:custGeom>
            <a:avLst/>
            <a:gdLst/>
            <a:ahLst/>
            <a:cxnLst/>
            <a:rect l="l" t="t" r="r" b="b"/>
            <a:pathLst>
              <a:path w="124785" h="166381">
                <a:moveTo>
                  <a:pt x="95181" y="124785"/>
                </a:moveTo>
                <a:cubicBezTo>
                  <a:pt x="97554" y="117539"/>
                  <a:pt x="102298" y="110975"/>
                  <a:pt x="107660" y="105320"/>
                </a:cubicBezTo>
                <a:cubicBezTo>
                  <a:pt x="118286" y="94142"/>
                  <a:pt x="124785" y="79031"/>
                  <a:pt x="124785" y="62393"/>
                </a:cubicBezTo>
                <a:cubicBezTo>
                  <a:pt x="124785" y="27947"/>
                  <a:pt x="96839" y="0"/>
                  <a:pt x="62393" y="0"/>
                </a:cubicBezTo>
                <a:cubicBezTo>
                  <a:pt x="27947" y="0"/>
                  <a:pt x="0" y="27947"/>
                  <a:pt x="0" y="62393"/>
                </a:cubicBezTo>
                <a:cubicBezTo>
                  <a:pt x="0" y="79031"/>
                  <a:pt x="6499" y="94142"/>
                  <a:pt x="17126" y="105320"/>
                </a:cubicBezTo>
                <a:cubicBezTo>
                  <a:pt x="22487" y="110975"/>
                  <a:pt x="27264" y="117539"/>
                  <a:pt x="29604" y="124785"/>
                </a:cubicBezTo>
                <a:lnTo>
                  <a:pt x="95149" y="124785"/>
                </a:lnTo>
                <a:close/>
                <a:moveTo>
                  <a:pt x="93589" y="140384"/>
                </a:moveTo>
                <a:lnTo>
                  <a:pt x="31196" y="140384"/>
                </a:lnTo>
                <a:lnTo>
                  <a:pt x="31196" y="145583"/>
                </a:lnTo>
                <a:cubicBezTo>
                  <a:pt x="31196" y="159946"/>
                  <a:pt x="42830" y="171580"/>
                  <a:pt x="57193" y="171580"/>
                </a:cubicBezTo>
                <a:lnTo>
                  <a:pt x="67592" y="171580"/>
                </a:lnTo>
                <a:cubicBezTo>
                  <a:pt x="81955" y="171580"/>
                  <a:pt x="93589" y="159946"/>
                  <a:pt x="93589" y="145583"/>
                </a:cubicBezTo>
                <a:lnTo>
                  <a:pt x="93589" y="140384"/>
                </a:lnTo>
                <a:close/>
                <a:moveTo>
                  <a:pt x="59793" y="36396"/>
                </a:moveTo>
                <a:cubicBezTo>
                  <a:pt x="46860" y="36396"/>
                  <a:pt x="36396" y="46860"/>
                  <a:pt x="36396" y="59793"/>
                </a:cubicBezTo>
                <a:cubicBezTo>
                  <a:pt x="36396" y="64115"/>
                  <a:pt x="32919" y="67592"/>
                  <a:pt x="28597" y="67592"/>
                </a:cubicBezTo>
                <a:cubicBezTo>
                  <a:pt x="24275" y="67592"/>
                  <a:pt x="20798" y="64115"/>
                  <a:pt x="20798" y="59793"/>
                </a:cubicBezTo>
                <a:cubicBezTo>
                  <a:pt x="20798" y="38248"/>
                  <a:pt x="38248" y="20798"/>
                  <a:pt x="59793" y="20798"/>
                </a:cubicBezTo>
                <a:cubicBezTo>
                  <a:pt x="64115" y="20798"/>
                  <a:pt x="67592" y="24275"/>
                  <a:pt x="67592" y="28597"/>
                </a:cubicBezTo>
                <a:cubicBezTo>
                  <a:pt x="67592" y="32919"/>
                  <a:pt x="64115" y="36396"/>
                  <a:pt x="59793" y="36396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7" name="Text 55"/>
          <p:cNvSpPr/>
          <p:nvPr/>
        </p:nvSpPr>
        <p:spPr>
          <a:xfrm>
            <a:off x="741631" y="6479600"/>
            <a:ext cx="1100206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usabilidad no es un lujo:</a:t>
            </a:r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 una inversión que se traduce en </a:t>
            </a:r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7F7F7"/>
                </a:solidFill>
                <a:highlight>
                  <a:srgbClr val="FFE66D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tangibles </a:t>
            </a:r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el negocio.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775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 rot="720000">
            <a:off x="11163740" y="34334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63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381000"/>
            <a:ext cx="561975" cy="381000"/>
          </a:xfrm>
          <a:custGeom>
            <a:avLst/>
            <a:gdLst/>
            <a:ahLst/>
            <a:cxnLst/>
            <a:rect l="l" t="t" r="r" b="b"/>
            <a:pathLst>
              <a:path w="561975" h="381000">
                <a:moveTo>
                  <a:pt x="190500" y="0"/>
                </a:moveTo>
                <a:lnTo>
                  <a:pt x="371475" y="0"/>
                </a:lnTo>
                <a:cubicBezTo>
                  <a:pt x="476615" y="0"/>
                  <a:pt x="561975" y="85360"/>
                  <a:pt x="561975" y="190500"/>
                </a:cubicBezTo>
                <a:lnTo>
                  <a:pt x="561975" y="190500"/>
                </a:lnTo>
                <a:cubicBezTo>
                  <a:pt x="561975" y="295640"/>
                  <a:pt x="476615" y="381000"/>
                  <a:pt x="3714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71500" y="485775"/>
            <a:ext cx="2525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Factores que Contribuyen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409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Áreas de Trabajo Esenciales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828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5000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90525" y="19526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207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42938" y="2181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" y="21336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50" y="25336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correcta en todos los dispositivos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350" y="37528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8650" y="37909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Cuestión básica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76600" y="19526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0425" y="207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3507581" y="2181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02703" y="108864"/>
                </a:moveTo>
                <a:lnTo>
                  <a:pt x="54382" y="127449"/>
                </a:lnTo>
                <a:cubicBezTo>
                  <a:pt x="47885" y="129960"/>
                  <a:pt x="41490" y="123565"/>
                  <a:pt x="44001" y="117068"/>
                </a:cubicBezTo>
                <a:lnTo>
                  <a:pt x="62586" y="68747"/>
                </a:lnTo>
                <a:cubicBezTo>
                  <a:pt x="63691" y="65901"/>
                  <a:pt x="65901" y="63691"/>
                  <a:pt x="68747" y="62586"/>
                </a:cubicBezTo>
                <a:lnTo>
                  <a:pt x="117068" y="44001"/>
                </a:lnTo>
                <a:cubicBezTo>
                  <a:pt x="123565" y="41490"/>
                  <a:pt x="129960" y="47885"/>
                  <a:pt x="127449" y="54382"/>
                </a:cubicBezTo>
                <a:lnTo>
                  <a:pt x="108864" y="102703"/>
                </a:lnTo>
                <a:cubicBezTo>
                  <a:pt x="107792" y="105549"/>
                  <a:pt x="105549" y="107759"/>
                  <a:pt x="102703" y="108864"/>
                </a:cubicBezTo>
                <a:close/>
                <a:moveTo>
                  <a:pt x="96441" y="85725"/>
                </a:moveTo>
                <a:cubicBezTo>
                  <a:pt x="96441" y="79811"/>
                  <a:pt x="91639" y="75009"/>
                  <a:pt x="85725" y="75009"/>
                </a:cubicBezTo>
                <a:cubicBezTo>
                  <a:pt x="79811" y="75009"/>
                  <a:pt x="75009" y="79811"/>
                  <a:pt x="75009" y="85725"/>
                </a:cubicBezTo>
                <a:cubicBezTo>
                  <a:pt x="75009" y="91639"/>
                  <a:pt x="79811" y="96441"/>
                  <a:pt x="85725" y="96441"/>
                </a:cubicBezTo>
                <a:cubicBezTo>
                  <a:pt x="91639" y="96441"/>
                  <a:pt x="96441" y="91639"/>
                  <a:pt x="96441" y="8572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3857625" y="21336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00425" y="25336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Jerarquía lógica, menús consistentes, buscador visible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00425" y="37528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14725" y="37909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clara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2675" y="19526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6500" y="207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6415088" y="2181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6743700" y="21336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6500" y="25336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Valor, palabras clave, multimedia (fotos, vídeos)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86500" y="37528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7909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solo texto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48750" y="19526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2575" y="207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9269016" y="21812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902" y="3449"/>
                </a:moveTo>
                <a:lnTo>
                  <a:pt x="86763" y="52908"/>
                </a:lnTo>
                <a:cubicBezTo>
                  <a:pt x="77019" y="59405"/>
                  <a:pt x="70824" y="69953"/>
                  <a:pt x="69819" y="81472"/>
                </a:cubicBezTo>
                <a:cubicBezTo>
                  <a:pt x="90681" y="85758"/>
                  <a:pt x="107123" y="102200"/>
                  <a:pt x="111443" y="123096"/>
                </a:cubicBezTo>
                <a:cubicBezTo>
                  <a:pt x="122995" y="122091"/>
                  <a:pt x="133510" y="115896"/>
                  <a:pt x="140006" y="106152"/>
                </a:cubicBezTo>
                <a:lnTo>
                  <a:pt x="189432" y="31979"/>
                </a:lnTo>
                <a:cubicBezTo>
                  <a:pt x="191676" y="28597"/>
                  <a:pt x="192881" y="24646"/>
                  <a:pt x="192881" y="20561"/>
                </a:cubicBezTo>
                <a:cubicBezTo>
                  <a:pt x="192881" y="9209"/>
                  <a:pt x="183673" y="0"/>
                  <a:pt x="172321" y="0"/>
                </a:cubicBezTo>
                <a:cubicBezTo>
                  <a:pt x="168269" y="0"/>
                  <a:pt x="164284" y="1206"/>
                  <a:pt x="160902" y="3449"/>
                </a:cubicBezTo>
                <a:close/>
                <a:moveTo>
                  <a:pt x="96441" y="133945"/>
                </a:moveTo>
                <a:cubicBezTo>
                  <a:pt x="96441" y="113217"/>
                  <a:pt x="79664" y="96441"/>
                  <a:pt x="58936" y="96441"/>
                </a:cubicBezTo>
                <a:cubicBezTo>
                  <a:pt x="38208" y="96441"/>
                  <a:pt x="21431" y="113217"/>
                  <a:pt x="21431" y="133945"/>
                </a:cubicBezTo>
                <a:cubicBezTo>
                  <a:pt x="21431" y="135251"/>
                  <a:pt x="21498" y="136557"/>
                  <a:pt x="21632" y="137830"/>
                </a:cubicBezTo>
                <a:cubicBezTo>
                  <a:pt x="22235" y="143690"/>
                  <a:pt x="18217" y="150019"/>
                  <a:pt x="12323" y="150019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58936" y="171450"/>
                </a:lnTo>
                <a:cubicBezTo>
                  <a:pt x="79664" y="171450"/>
                  <a:pt x="96441" y="154673"/>
                  <a:pt x="96441" y="13394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9629775" y="213360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Diseño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72575" y="25336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Coherente, atractivo, no sobrecargado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72575" y="37528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286875" y="37909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Tipografía y colores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0525" y="42767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4350" y="4400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32222" y="45053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971550" y="44577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4350" y="48577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~2-3 segundos de carga recomendados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4350" y="60769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8650" y="6115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Optimizar imágenes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76600" y="42767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5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254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00425" y="4400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3496866" y="4505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8" name="Text 46"/>
          <p:cNvSpPr/>
          <p:nvPr/>
        </p:nvSpPr>
        <p:spPr>
          <a:xfrm>
            <a:off x="3857625" y="4457700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URLs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400425" y="48577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Amigables y sin enlaces rotos (afecta SEO)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400425" y="60769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514725" y="6115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usuario y SEO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2675" y="42767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86500" y="4400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6382941" y="4505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55" name="Text 53"/>
          <p:cNvSpPr/>
          <p:nvPr/>
        </p:nvSpPr>
        <p:spPr>
          <a:xfrm>
            <a:off x="6743700" y="44577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Interacción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86500" y="48577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Formularios, foros, chat, comentarios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86500" y="60769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6115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continuo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48750" y="4276725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152410" y="0"/>
                </a:moveTo>
                <a:lnTo>
                  <a:pt x="2600315" y="0"/>
                </a:lnTo>
                <a:cubicBezTo>
                  <a:pt x="2684489" y="0"/>
                  <a:pt x="2752725" y="68236"/>
                  <a:pt x="2752725" y="152410"/>
                </a:cubicBezTo>
                <a:lnTo>
                  <a:pt x="2752725" y="2038340"/>
                </a:lnTo>
                <a:cubicBezTo>
                  <a:pt x="2752725" y="2122514"/>
                  <a:pt x="2684489" y="2190750"/>
                  <a:pt x="2600315" y="2190750"/>
                </a:cubicBezTo>
                <a:lnTo>
                  <a:pt x="152410" y="2190750"/>
                </a:lnTo>
                <a:cubicBezTo>
                  <a:pt x="68236" y="2190750"/>
                  <a:pt x="0" y="2122514"/>
                  <a:pt x="0" y="20383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2575" y="4400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9279731" y="4505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62" name="Text 60"/>
          <p:cNvSpPr/>
          <p:nvPr/>
        </p:nvSpPr>
        <p:spPr>
          <a:xfrm>
            <a:off x="9629775" y="445770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Revisión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72575" y="4857750"/>
            <a:ext cx="25812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usabilidad no es estática: requiere revisión periódica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72575" y="6076950"/>
            <a:ext cx="2505075" cy="266700"/>
          </a:xfrm>
          <a:custGeom>
            <a:avLst/>
            <a:gdLst/>
            <a:ahLst/>
            <a:cxnLst/>
            <a:rect l="l" t="t" r="r" b="b"/>
            <a:pathLst>
              <a:path w="2505075" h="266700">
                <a:moveTo>
                  <a:pt x="76199" y="0"/>
                </a:moveTo>
                <a:lnTo>
                  <a:pt x="2428876" y="0"/>
                </a:lnTo>
                <a:cubicBezTo>
                  <a:pt x="2470931" y="0"/>
                  <a:pt x="2505075" y="34144"/>
                  <a:pt x="2505075" y="76199"/>
                </a:cubicBezTo>
                <a:lnTo>
                  <a:pt x="2505075" y="190501"/>
                </a:lnTo>
                <a:cubicBezTo>
                  <a:pt x="2505075" y="232556"/>
                  <a:pt x="2470931" y="266700"/>
                  <a:pt x="24288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286875" y="6115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continua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52739" y="0"/>
            <a:ext cx="4443149" cy="4443149"/>
          </a:xfrm>
          <a:custGeom>
            <a:avLst/>
            <a:gdLst/>
            <a:ahLst/>
            <a:cxnLst/>
            <a:rect l="l" t="t" r="r" b="b"/>
            <a:pathLst>
              <a:path w="4443149" h="4443149">
                <a:moveTo>
                  <a:pt x="2221574" y="0"/>
                </a:moveTo>
                <a:lnTo>
                  <a:pt x="2221574" y="0"/>
                </a:lnTo>
                <a:cubicBezTo>
                  <a:pt x="3447695" y="0"/>
                  <a:pt x="4443149" y="995454"/>
                  <a:pt x="4443149" y="2221574"/>
                </a:cubicBezTo>
                <a:lnTo>
                  <a:pt x="4443149" y="2221574"/>
                </a:lnTo>
                <a:cubicBezTo>
                  <a:pt x="4443149" y="3447695"/>
                  <a:pt x="3447695" y="4443149"/>
                  <a:pt x="2221574" y="4443149"/>
                </a:cubicBezTo>
                <a:lnTo>
                  <a:pt x="2221574" y="4443149"/>
                </a:lnTo>
                <a:cubicBezTo>
                  <a:pt x="995454" y="4443149"/>
                  <a:pt x="0" y="3447695"/>
                  <a:pt x="0" y="2221574"/>
                </a:cubicBezTo>
                <a:lnTo>
                  <a:pt x="0" y="2221574"/>
                </a:lnTo>
                <a:cubicBezTo>
                  <a:pt x="0" y="995454"/>
                  <a:pt x="995454" y="0"/>
                  <a:pt x="222157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305703"/>
            <a:ext cx="3554519" cy="3554519"/>
          </a:xfrm>
          <a:custGeom>
            <a:avLst/>
            <a:gdLst/>
            <a:ahLst/>
            <a:cxnLst/>
            <a:rect l="l" t="t" r="r" b="b"/>
            <a:pathLst>
              <a:path w="3554519" h="3554519">
                <a:moveTo>
                  <a:pt x="1777259" y="0"/>
                </a:moveTo>
                <a:lnTo>
                  <a:pt x="1777259" y="0"/>
                </a:lnTo>
                <a:cubicBezTo>
                  <a:pt x="2758813" y="0"/>
                  <a:pt x="3554519" y="795706"/>
                  <a:pt x="3554519" y="1777259"/>
                </a:cubicBezTo>
                <a:lnTo>
                  <a:pt x="3554519" y="1777259"/>
                </a:lnTo>
                <a:cubicBezTo>
                  <a:pt x="3554519" y="2758813"/>
                  <a:pt x="2758813" y="3554519"/>
                  <a:pt x="1777259" y="3554519"/>
                </a:cubicBezTo>
                <a:lnTo>
                  <a:pt x="1777259" y="3554519"/>
                </a:lnTo>
                <a:cubicBezTo>
                  <a:pt x="795706" y="3554519"/>
                  <a:pt x="0" y="2758813"/>
                  <a:pt x="0" y="1777259"/>
                </a:cubicBezTo>
                <a:lnTo>
                  <a:pt x="0" y="1777259"/>
                </a:lnTo>
                <a:cubicBezTo>
                  <a:pt x="0" y="795706"/>
                  <a:pt x="795706" y="0"/>
                  <a:pt x="177725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4" name="Shape 2"/>
          <p:cNvSpPr/>
          <p:nvPr/>
        </p:nvSpPr>
        <p:spPr>
          <a:xfrm rot="2700000">
            <a:off x="610890" y="610890"/>
            <a:ext cx="533178" cy="533178"/>
          </a:xfrm>
          <a:custGeom>
            <a:avLst/>
            <a:gdLst/>
            <a:ahLst/>
            <a:cxnLst/>
            <a:rect l="l" t="t" r="r" b="b"/>
            <a:pathLst>
              <a:path w="533178" h="533178">
                <a:moveTo>
                  <a:pt x="0" y="0"/>
                </a:moveTo>
                <a:lnTo>
                  <a:pt x="533178" y="0"/>
                </a:lnTo>
                <a:lnTo>
                  <a:pt x="533178" y="533178"/>
                </a:lnTo>
                <a:lnTo>
                  <a:pt x="0" y="5331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1899" y="5296233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213271" y="0"/>
                </a:moveTo>
                <a:lnTo>
                  <a:pt x="213271" y="0"/>
                </a:lnTo>
                <a:cubicBezTo>
                  <a:pt x="330979" y="0"/>
                  <a:pt x="426542" y="95564"/>
                  <a:pt x="426542" y="213271"/>
                </a:cubicBezTo>
                <a:lnTo>
                  <a:pt x="426542" y="213271"/>
                </a:lnTo>
                <a:cubicBezTo>
                  <a:pt x="426542" y="330979"/>
                  <a:pt x="330979" y="426542"/>
                  <a:pt x="213271" y="426542"/>
                </a:cubicBezTo>
                <a:lnTo>
                  <a:pt x="213271" y="426542"/>
                </a:lnTo>
                <a:cubicBezTo>
                  <a:pt x="95564" y="426542"/>
                  <a:pt x="0" y="330979"/>
                  <a:pt x="0" y="213271"/>
                </a:cubicBezTo>
                <a:lnTo>
                  <a:pt x="0" y="213271"/>
                </a:lnTo>
                <a:cubicBezTo>
                  <a:pt x="0" y="95564"/>
                  <a:pt x="95564" y="0"/>
                  <a:pt x="21327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5452" y="355452"/>
            <a:ext cx="524292" cy="355452"/>
          </a:xfrm>
          <a:custGeom>
            <a:avLst/>
            <a:gdLst/>
            <a:ahLst/>
            <a:cxnLst/>
            <a:rect l="l" t="t" r="r" b="b"/>
            <a:pathLst>
              <a:path w="524292" h="355452">
                <a:moveTo>
                  <a:pt x="177726" y="0"/>
                </a:moveTo>
                <a:lnTo>
                  <a:pt x="346566" y="0"/>
                </a:lnTo>
                <a:cubicBezTo>
                  <a:pt x="444655" y="0"/>
                  <a:pt x="524292" y="79636"/>
                  <a:pt x="524292" y="177726"/>
                </a:cubicBezTo>
                <a:lnTo>
                  <a:pt x="524292" y="177726"/>
                </a:lnTo>
                <a:cubicBezTo>
                  <a:pt x="524292" y="275816"/>
                  <a:pt x="444655" y="355452"/>
                  <a:pt x="34656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533178" y="453201"/>
            <a:ext cx="239930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5452" y="817539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Accesibilidad: Principios POUR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452" y="1315172"/>
            <a:ext cx="1158773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4 Pilares de WCAG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452" y="1706169"/>
            <a:ext cx="853085" cy="35545"/>
          </a:xfrm>
          <a:custGeom>
            <a:avLst/>
            <a:gdLst/>
            <a:ahLst/>
            <a:cxnLst/>
            <a:rect l="l" t="t" r="r" b="b"/>
            <a:pathLst>
              <a:path w="853085" h="35545">
                <a:moveTo>
                  <a:pt x="0" y="0"/>
                </a:moveTo>
                <a:lnTo>
                  <a:pt x="853085" y="0"/>
                </a:lnTo>
                <a:lnTo>
                  <a:pt x="853085" y="35545"/>
                </a:lnTo>
                <a:lnTo>
                  <a:pt x="0" y="3554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364338" y="1821691"/>
            <a:ext cx="5651685" cy="2257120"/>
          </a:xfrm>
          <a:custGeom>
            <a:avLst/>
            <a:gdLst/>
            <a:ahLst/>
            <a:cxnLst/>
            <a:rect l="l" t="t" r="r" b="b"/>
            <a:pathLst>
              <a:path w="5651685" h="2257120">
                <a:moveTo>
                  <a:pt x="142176" y="0"/>
                </a:moveTo>
                <a:lnTo>
                  <a:pt x="5509509" y="0"/>
                </a:lnTo>
                <a:cubicBezTo>
                  <a:pt x="5588031" y="0"/>
                  <a:pt x="5651685" y="63654"/>
                  <a:pt x="5651685" y="142176"/>
                </a:cubicBezTo>
                <a:lnTo>
                  <a:pt x="5651685" y="2114944"/>
                </a:lnTo>
                <a:cubicBezTo>
                  <a:pt x="5651685" y="2193465"/>
                  <a:pt x="5588031" y="2257120"/>
                  <a:pt x="5509509" y="2257120"/>
                </a:cubicBezTo>
                <a:lnTo>
                  <a:pt x="142176" y="2257120"/>
                </a:lnTo>
                <a:cubicBezTo>
                  <a:pt x="63654" y="2257120"/>
                  <a:pt x="0" y="2193465"/>
                  <a:pt x="0" y="2114944"/>
                </a:cubicBezTo>
                <a:lnTo>
                  <a:pt x="0" y="142176"/>
                </a:lnTo>
                <a:cubicBezTo>
                  <a:pt x="0" y="63707"/>
                  <a:pt x="63707" y="0"/>
                  <a:pt x="14217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5405" y="1990531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707710" y="2097166"/>
            <a:ext cx="222157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9673" y="1972758"/>
            <a:ext cx="1537329" cy="31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9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Perceptible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9673" y="2292665"/>
            <a:ext cx="1475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405" y="2612571"/>
            <a:ext cx="54206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información debe ser presentable de formas que los usuarios puedan percibir.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5405" y="3003569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8700" y="3074659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17773" y="8886"/>
                </a:moveTo>
                <a:cubicBezTo>
                  <a:pt x="7970" y="8886"/>
                  <a:pt x="0" y="16856"/>
                  <a:pt x="0" y="26659"/>
                </a:cubicBezTo>
                <a:lnTo>
                  <a:pt x="0" y="115522"/>
                </a:lnTo>
                <a:cubicBezTo>
                  <a:pt x="0" y="125325"/>
                  <a:pt x="7970" y="133294"/>
                  <a:pt x="17773" y="133294"/>
                </a:cubicBezTo>
                <a:lnTo>
                  <a:pt x="106636" y="133294"/>
                </a:lnTo>
                <a:cubicBezTo>
                  <a:pt x="116438" y="133294"/>
                  <a:pt x="124408" y="125325"/>
                  <a:pt x="124408" y="115522"/>
                </a:cubicBezTo>
                <a:lnTo>
                  <a:pt x="124408" y="26659"/>
                </a:lnTo>
                <a:cubicBezTo>
                  <a:pt x="124408" y="16856"/>
                  <a:pt x="116438" y="8886"/>
                  <a:pt x="106636" y="8886"/>
                </a:cubicBezTo>
                <a:lnTo>
                  <a:pt x="17773" y="8886"/>
                </a:lnTo>
                <a:close/>
                <a:moveTo>
                  <a:pt x="35545" y="31102"/>
                </a:moveTo>
                <a:cubicBezTo>
                  <a:pt x="42902" y="31102"/>
                  <a:pt x="48875" y="37075"/>
                  <a:pt x="48875" y="44431"/>
                </a:cubicBezTo>
                <a:cubicBezTo>
                  <a:pt x="48875" y="51788"/>
                  <a:pt x="42902" y="57761"/>
                  <a:pt x="35545" y="57761"/>
                </a:cubicBezTo>
                <a:cubicBezTo>
                  <a:pt x="28188" y="57761"/>
                  <a:pt x="22216" y="51788"/>
                  <a:pt x="22216" y="44431"/>
                </a:cubicBezTo>
                <a:cubicBezTo>
                  <a:pt x="22216" y="37075"/>
                  <a:pt x="28188" y="31102"/>
                  <a:pt x="35545" y="31102"/>
                </a:cubicBezTo>
                <a:close/>
                <a:moveTo>
                  <a:pt x="75534" y="62204"/>
                </a:moveTo>
                <a:cubicBezTo>
                  <a:pt x="77866" y="62204"/>
                  <a:pt x="80004" y="63426"/>
                  <a:pt x="81226" y="65398"/>
                </a:cubicBezTo>
                <a:lnTo>
                  <a:pt x="105664" y="105386"/>
                </a:lnTo>
                <a:cubicBezTo>
                  <a:pt x="106913" y="107441"/>
                  <a:pt x="106969" y="110023"/>
                  <a:pt x="105802" y="112134"/>
                </a:cubicBezTo>
                <a:cubicBezTo>
                  <a:pt x="104636" y="114244"/>
                  <a:pt x="102387" y="115522"/>
                  <a:pt x="99971" y="115522"/>
                </a:cubicBezTo>
                <a:lnTo>
                  <a:pt x="24437" y="115522"/>
                </a:lnTo>
                <a:cubicBezTo>
                  <a:pt x="21966" y="115522"/>
                  <a:pt x="19661" y="114133"/>
                  <a:pt x="18522" y="111940"/>
                </a:cubicBezTo>
                <a:cubicBezTo>
                  <a:pt x="17384" y="109746"/>
                  <a:pt x="17550" y="107080"/>
                  <a:pt x="18967" y="105053"/>
                </a:cubicBezTo>
                <a:lnTo>
                  <a:pt x="34518" y="82837"/>
                </a:lnTo>
                <a:cubicBezTo>
                  <a:pt x="35767" y="81060"/>
                  <a:pt x="37795" y="80004"/>
                  <a:pt x="39988" y="80004"/>
                </a:cubicBezTo>
                <a:cubicBezTo>
                  <a:pt x="42182" y="80004"/>
                  <a:pt x="44209" y="81060"/>
                  <a:pt x="45459" y="82837"/>
                </a:cubicBezTo>
                <a:lnTo>
                  <a:pt x="52790" y="93334"/>
                </a:lnTo>
                <a:lnTo>
                  <a:pt x="69841" y="65425"/>
                </a:lnTo>
                <a:cubicBezTo>
                  <a:pt x="71063" y="63454"/>
                  <a:pt x="73201" y="62232"/>
                  <a:pt x="75534" y="6223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870857" y="3039114"/>
            <a:ext cx="23193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Alternativas textuales para imágenes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5405" y="3323475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9813" y="3394566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0" y="35545"/>
                </a:moveTo>
                <a:cubicBezTo>
                  <a:pt x="0" y="25742"/>
                  <a:pt x="7970" y="17773"/>
                  <a:pt x="17773" y="17773"/>
                </a:cubicBezTo>
                <a:lnTo>
                  <a:pt x="124408" y="17773"/>
                </a:lnTo>
                <a:cubicBezTo>
                  <a:pt x="134211" y="17773"/>
                  <a:pt x="142181" y="25742"/>
                  <a:pt x="142181" y="35545"/>
                </a:cubicBezTo>
                <a:lnTo>
                  <a:pt x="142181" y="106636"/>
                </a:lnTo>
                <a:cubicBezTo>
                  <a:pt x="142181" y="116438"/>
                  <a:pt x="134211" y="124408"/>
                  <a:pt x="124408" y="124408"/>
                </a:cubicBezTo>
                <a:lnTo>
                  <a:pt x="17773" y="124408"/>
                </a:lnTo>
                <a:cubicBezTo>
                  <a:pt x="7970" y="124408"/>
                  <a:pt x="0" y="116438"/>
                  <a:pt x="0" y="106636"/>
                </a:cubicBezTo>
                <a:lnTo>
                  <a:pt x="0" y="35545"/>
                </a:lnTo>
                <a:close/>
                <a:moveTo>
                  <a:pt x="42210" y="57761"/>
                </a:moveTo>
                <a:lnTo>
                  <a:pt x="51096" y="57761"/>
                </a:lnTo>
                <a:cubicBezTo>
                  <a:pt x="52318" y="57761"/>
                  <a:pt x="53318" y="58761"/>
                  <a:pt x="53318" y="59983"/>
                </a:cubicBezTo>
                <a:cubicBezTo>
                  <a:pt x="53318" y="63676"/>
                  <a:pt x="56289" y="66647"/>
                  <a:pt x="59983" y="66647"/>
                </a:cubicBezTo>
                <a:cubicBezTo>
                  <a:pt x="63676" y="66647"/>
                  <a:pt x="66647" y="63676"/>
                  <a:pt x="66647" y="59983"/>
                </a:cubicBezTo>
                <a:cubicBezTo>
                  <a:pt x="66647" y="51402"/>
                  <a:pt x="59677" y="44431"/>
                  <a:pt x="51096" y="44431"/>
                </a:cubicBezTo>
                <a:lnTo>
                  <a:pt x="42210" y="44431"/>
                </a:lnTo>
                <a:cubicBezTo>
                  <a:pt x="33629" y="44431"/>
                  <a:pt x="26659" y="51402"/>
                  <a:pt x="26659" y="59983"/>
                </a:cubicBezTo>
                <a:lnTo>
                  <a:pt x="26659" y="82198"/>
                </a:lnTo>
                <a:cubicBezTo>
                  <a:pt x="26659" y="90779"/>
                  <a:pt x="33629" y="97749"/>
                  <a:pt x="42210" y="97749"/>
                </a:cubicBezTo>
                <a:lnTo>
                  <a:pt x="51096" y="97749"/>
                </a:lnTo>
                <a:cubicBezTo>
                  <a:pt x="59677" y="97749"/>
                  <a:pt x="66647" y="90779"/>
                  <a:pt x="66647" y="82198"/>
                </a:cubicBezTo>
                <a:cubicBezTo>
                  <a:pt x="66647" y="78505"/>
                  <a:pt x="63676" y="75534"/>
                  <a:pt x="59983" y="75534"/>
                </a:cubicBezTo>
                <a:cubicBezTo>
                  <a:pt x="56289" y="75534"/>
                  <a:pt x="53318" y="78505"/>
                  <a:pt x="53318" y="82198"/>
                </a:cubicBezTo>
                <a:cubicBezTo>
                  <a:pt x="53318" y="83420"/>
                  <a:pt x="52318" y="84420"/>
                  <a:pt x="51096" y="84420"/>
                </a:cubicBezTo>
                <a:lnTo>
                  <a:pt x="42210" y="84420"/>
                </a:lnTo>
                <a:cubicBezTo>
                  <a:pt x="40988" y="84420"/>
                  <a:pt x="39988" y="83420"/>
                  <a:pt x="39988" y="82198"/>
                </a:cubicBezTo>
                <a:lnTo>
                  <a:pt x="39988" y="59983"/>
                </a:lnTo>
                <a:cubicBezTo>
                  <a:pt x="39988" y="58761"/>
                  <a:pt x="40988" y="57761"/>
                  <a:pt x="42210" y="57761"/>
                </a:cubicBezTo>
                <a:close/>
                <a:moveTo>
                  <a:pt x="88863" y="59983"/>
                </a:moveTo>
                <a:cubicBezTo>
                  <a:pt x="88863" y="58761"/>
                  <a:pt x="89863" y="57761"/>
                  <a:pt x="91085" y="57761"/>
                </a:cubicBezTo>
                <a:lnTo>
                  <a:pt x="99971" y="57761"/>
                </a:lnTo>
                <a:cubicBezTo>
                  <a:pt x="101193" y="57761"/>
                  <a:pt x="102192" y="58761"/>
                  <a:pt x="102192" y="59983"/>
                </a:cubicBezTo>
                <a:cubicBezTo>
                  <a:pt x="102192" y="63676"/>
                  <a:pt x="105164" y="66647"/>
                  <a:pt x="108857" y="66647"/>
                </a:cubicBezTo>
                <a:cubicBezTo>
                  <a:pt x="112551" y="66647"/>
                  <a:pt x="115522" y="63676"/>
                  <a:pt x="115522" y="59983"/>
                </a:cubicBezTo>
                <a:cubicBezTo>
                  <a:pt x="115522" y="51402"/>
                  <a:pt x="108552" y="44431"/>
                  <a:pt x="99971" y="44431"/>
                </a:cubicBezTo>
                <a:lnTo>
                  <a:pt x="91085" y="44431"/>
                </a:lnTo>
                <a:cubicBezTo>
                  <a:pt x="82504" y="44431"/>
                  <a:pt x="75534" y="51402"/>
                  <a:pt x="75534" y="59983"/>
                </a:cubicBezTo>
                <a:lnTo>
                  <a:pt x="75534" y="82198"/>
                </a:lnTo>
                <a:cubicBezTo>
                  <a:pt x="75534" y="90779"/>
                  <a:pt x="82504" y="97749"/>
                  <a:pt x="91085" y="97749"/>
                </a:cubicBezTo>
                <a:lnTo>
                  <a:pt x="99971" y="97749"/>
                </a:lnTo>
                <a:cubicBezTo>
                  <a:pt x="108552" y="97749"/>
                  <a:pt x="115522" y="90779"/>
                  <a:pt x="115522" y="82198"/>
                </a:cubicBezTo>
                <a:cubicBezTo>
                  <a:pt x="115522" y="78505"/>
                  <a:pt x="112551" y="75534"/>
                  <a:pt x="108857" y="75534"/>
                </a:cubicBezTo>
                <a:cubicBezTo>
                  <a:pt x="105164" y="75534"/>
                  <a:pt x="102192" y="78505"/>
                  <a:pt x="102192" y="82198"/>
                </a:cubicBezTo>
                <a:cubicBezTo>
                  <a:pt x="102192" y="83420"/>
                  <a:pt x="101193" y="84420"/>
                  <a:pt x="99971" y="84420"/>
                </a:cubicBezTo>
                <a:lnTo>
                  <a:pt x="91085" y="84420"/>
                </a:lnTo>
                <a:cubicBezTo>
                  <a:pt x="89863" y="84420"/>
                  <a:pt x="88863" y="83420"/>
                  <a:pt x="88863" y="82198"/>
                </a:cubicBezTo>
                <a:lnTo>
                  <a:pt x="88863" y="59983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870857" y="3359020"/>
            <a:ext cx="17150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Subtítulos para multimedia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405" y="3643382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9813" y="371447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24408" y="71090"/>
                </a:moveTo>
                <a:cubicBezTo>
                  <a:pt x="124408" y="41655"/>
                  <a:pt x="100526" y="17773"/>
                  <a:pt x="71090" y="17773"/>
                </a:cubicBezTo>
                <a:lnTo>
                  <a:pt x="71090" y="124408"/>
                </a:lnTo>
                <a:cubicBezTo>
                  <a:pt x="100526" y="124408"/>
                  <a:pt x="124408" y="100526"/>
                  <a:pt x="124408" y="71090"/>
                </a:cubicBezTo>
                <a:close/>
                <a:moveTo>
                  <a:pt x="0" y="71090"/>
                </a:moveTo>
                <a:cubicBezTo>
                  <a:pt x="0" y="31855"/>
                  <a:pt x="31855" y="0"/>
                  <a:pt x="71090" y="0"/>
                </a:cubicBezTo>
                <a:cubicBezTo>
                  <a:pt x="110326" y="0"/>
                  <a:pt x="142181" y="31855"/>
                  <a:pt x="142181" y="71090"/>
                </a:cubicBezTo>
                <a:cubicBezTo>
                  <a:pt x="142181" y="110326"/>
                  <a:pt x="110326" y="142181"/>
                  <a:pt x="71090" y="142181"/>
                </a:cubicBezTo>
                <a:cubicBezTo>
                  <a:pt x="31855" y="142181"/>
                  <a:pt x="0" y="110326"/>
                  <a:pt x="0" y="7109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870857" y="3678927"/>
            <a:ext cx="12885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Contraste suficiente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7921" y="1821691"/>
            <a:ext cx="5651685" cy="2257120"/>
          </a:xfrm>
          <a:custGeom>
            <a:avLst/>
            <a:gdLst/>
            <a:ahLst/>
            <a:cxnLst/>
            <a:rect l="l" t="t" r="r" b="b"/>
            <a:pathLst>
              <a:path w="5651685" h="2257120">
                <a:moveTo>
                  <a:pt x="142176" y="0"/>
                </a:moveTo>
                <a:lnTo>
                  <a:pt x="5509509" y="0"/>
                </a:lnTo>
                <a:cubicBezTo>
                  <a:pt x="5588031" y="0"/>
                  <a:pt x="5651685" y="63654"/>
                  <a:pt x="5651685" y="142176"/>
                </a:cubicBezTo>
                <a:lnTo>
                  <a:pt x="5651685" y="2114944"/>
                </a:lnTo>
                <a:cubicBezTo>
                  <a:pt x="5651685" y="2193465"/>
                  <a:pt x="5588031" y="2257120"/>
                  <a:pt x="5509509" y="2257120"/>
                </a:cubicBezTo>
                <a:lnTo>
                  <a:pt x="142176" y="2257120"/>
                </a:lnTo>
                <a:cubicBezTo>
                  <a:pt x="63654" y="2257120"/>
                  <a:pt x="0" y="2193465"/>
                  <a:pt x="0" y="2114944"/>
                </a:cubicBezTo>
                <a:lnTo>
                  <a:pt x="0" y="142176"/>
                </a:lnTo>
                <a:cubicBezTo>
                  <a:pt x="0" y="63707"/>
                  <a:pt x="63707" y="0"/>
                  <a:pt x="14217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8988" y="1990531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6497133" y="2097166"/>
            <a:ext cx="266589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33256" y="1972758"/>
            <a:ext cx="1261854" cy="31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9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33256" y="2292665"/>
            <a:ext cx="11996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8988" y="2612571"/>
            <a:ext cx="54206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componentes deben ser operables por todos los usuarios.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8988" y="3003569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44509" y="3074659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17773" y="17773"/>
                </a:moveTo>
                <a:cubicBezTo>
                  <a:pt x="7970" y="17773"/>
                  <a:pt x="0" y="25742"/>
                  <a:pt x="0" y="35545"/>
                </a:cubicBezTo>
                <a:lnTo>
                  <a:pt x="0" y="106636"/>
                </a:lnTo>
                <a:cubicBezTo>
                  <a:pt x="0" y="116438"/>
                  <a:pt x="7970" y="124408"/>
                  <a:pt x="17773" y="124408"/>
                </a:cubicBezTo>
                <a:lnTo>
                  <a:pt x="142181" y="124408"/>
                </a:lnTo>
                <a:cubicBezTo>
                  <a:pt x="151983" y="124408"/>
                  <a:pt x="159953" y="116438"/>
                  <a:pt x="159953" y="106636"/>
                </a:cubicBezTo>
                <a:lnTo>
                  <a:pt x="159953" y="35545"/>
                </a:lnTo>
                <a:cubicBezTo>
                  <a:pt x="159953" y="25742"/>
                  <a:pt x="151983" y="17773"/>
                  <a:pt x="142181" y="17773"/>
                </a:cubicBezTo>
                <a:lnTo>
                  <a:pt x="17773" y="17773"/>
                </a:lnTo>
                <a:close/>
                <a:moveTo>
                  <a:pt x="22216" y="35545"/>
                </a:moveTo>
                <a:lnTo>
                  <a:pt x="31102" y="35545"/>
                </a:lnTo>
                <a:cubicBezTo>
                  <a:pt x="33546" y="35545"/>
                  <a:pt x="35545" y="37545"/>
                  <a:pt x="35545" y="39988"/>
                </a:cubicBezTo>
                <a:lnTo>
                  <a:pt x="35545" y="48875"/>
                </a:lnTo>
                <a:cubicBezTo>
                  <a:pt x="35545" y="51318"/>
                  <a:pt x="33546" y="53318"/>
                  <a:pt x="31102" y="53318"/>
                </a:cubicBezTo>
                <a:lnTo>
                  <a:pt x="22216" y="53318"/>
                </a:lnTo>
                <a:cubicBezTo>
                  <a:pt x="19772" y="53318"/>
                  <a:pt x="17773" y="51318"/>
                  <a:pt x="17773" y="48875"/>
                </a:cubicBezTo>
                <a:lnTo>
                  <a:pt x="17773" y="39988"/>
                </a:lnTo>
                <a:cubicBezTo>
                  <a:pt x="17773" y="37545"/>
                  <a:pt x="19772" y="35545"/>
                  <a:pt x="22216" y="35545"/>
                </a:cubicBezTo>
                <a:close/>
                <a:moveTo>
                  <a:pt x="17773" y="66647"/>
                </a:moveTo>
                <a:cubicBezTo>
                  <a:pt x="17773" y="64203"/>
                  <a:pt x="19772" y="62204"/>
                  <a:pt x="22216" y="62204"/>
                </a:cubicBezTo>
                <a:lnTo>
                  <a:pt x="31102" y="62204"/>
                </a:lnTo>
                <a:cubicBezTo>
                  <a:pt x="33546" y="62204"/>
                  <a:pt x="35545" y="64203"/>
                  <a:pt x="35545" y="66647"/>
                </a:cubicBezTo>
                <a:lnTo>
                  <a:pt x="35545" y="75534"/>
                </a:lnTo>
                <a:cubicBezTo>
                  <a:pt x="35545" y="77977"/>
                  <a:pt x="33546" y="79977"/>
                  <a:pt x="31102" y="79977"/>
                </a:cubicBezTo>
                <a:lnTo>
                  <a:pt x="22216" y="79977"/>
                </a:lnTo>
                <a:cubicBezTo>
                  <a:pt x="19772" y="79977"/>
                  <a:pt x="17773" y="77977"/>
                  <a:pt x="17773" y="75534"/>
                </a:cubicBezTo>
                <a:lnTo>
                  <a:pt x="17773" y="66647"/>
                </a:lnTo>
                <a:close/>
                <a:moveTo>
                  <a:pt x="48875" y="35545"/>
                </a:moveTo>
                <a:lnTo>
                  <a:pt x="57761" y="35545"/>
                </a:lnTo>
                <a:cubicBezTo>
                  <a:pt x="60205" y="35545"/>
                  <a:pt x="62204" y="37545"/>
                  <a:pt x="62204" y="39988"/>
                </a:cubicBezTo>
                <a:lnTo>
                  <a:pt x="62204" y="48875"/>
                </a:lnTo>
                <a:cubicBezTo>
                  <a:pt x="62204" y="51318"/>
                  <a:pt x="60205" y="53318"/>
                  <a:pt x="57761" y="53318"/>
                </a:cubicBezTo>
                <a:lnTo>
                  <a:pt x="48875" y="53318"/>
                </a:lnTo>
                <a:cubicBezTo>
                  <a:pt x="46431" y="53318"/>
                  <a:pt x="44431" y="51318"/>
                  <a:pt x="44431" y="48875"/>
                </a:cubicBezTo>
                <a:lnTo>
                  <a:pt x="44431" y="39988"/>
                </a:lnTo>
                <a:cubicBezTo>
                  <a:pt x="44431" y="37545"/>
                  <a:pt x="46431" y="35545"/>
                  <a:pt x="48875" y="35545"/>
                </a:cubicBezTo>
                <a:close/>
                <a:moveTo>
                  <a:pt x="44431" y="66647"/>
                </a:moveTo>
                <a:cubicBezTo>
                  <a:pt x="44431" y="64203"/>
                  <a:pt x="46431" y="62204"/>
                  <a:pt x="48875" y="62204"/>
                </a:cubicBezTo>
                <a:lnTo>
                  <a:pt x="57761" y="62204"/>
                </a:lnTo>
                <a:cubicBezTo>
                  <a:pt x="60205" y="62204"/>
                  <a:pt x="62204" y="64203"/>
                  <a:pt x="62204" y="66647"/>
                </a:cubicBezTo>
                <a:lnTo>
                  <a:pt x="62204" y="75534"/>
                </a:lnTo>
                <a:cubicBezTo>
                  <a:pt x="62204" y="77977"/>
                  <a:pt x="60205" y="79977"/>
                  <a:pt x="57761" y="79977"/>
                </a:cubicBezTo>
                <a:lnTo>
                  <a:pt x="48875" y="79977"/>
                </a:lnTo>
                <a:cubicBezTo>
                  <a:pt x="46431" y="79977"/>
                  <a:pt x="44431" y="77977"/>
                  <a:pt x="44431" y="75534"/>
                </a:cubicBezTo>
                <a:lnTo>
                  <a:pt x="44431" y="66647"/>
                </a:lnTo>
                <a:close/>
                <a:moveTo>
                  <a:pt x="48875" y="88863"/>
                </a:moveTo>
                <a:lnTo>
                  <a:pt x="111079" y="88863"/>
                </a:lnTo>
                <a:cubicBezTo>
                  <a:pt x="113522" y="88863"/>
                  <a:pt x="115522" y="90862"/>
                  <a:pt x="115522" y="93306"/>
                </a:cubicBezTo>
                <a:lnTo>
                  <a:pt x="115522" y="102192"/>
                </a:lnTo>
                <a:cubicBezTo>
                  <a:pt x="115522" y="104636"/>
                  <a:pt x="113522" y="106636"/>
                  <a:pt x="111079" y="106636"/>
                </a:cubicBezTo>
                <a:lnTo>
                  <a:pt x="48875" y="106636"/>
                </a:lnTo>
                <a:cubicBezTo>
                  <a:pt x="46431" y="106636"/>
                  <a:pt x="44431" y="104636"/>
                  <a:pt x="44431" y="102192"/>
                </a:cubicBezTo>
                <a:lnTo>
                  <a:pt x="44431" y="93306"/>
                </a:lnTo>
                <a:cubicBezTo>
                  <a:pt x="44431" y="90862"/>
                  <a:pt x="46431" y="88863"/>
                  <a:pt x="48875" y="88863"/>
                </a:cubicBezTo>
                <a:close/>
                <a:moveTo>
                  <a:pt x="71090" y="39988"/>
                </a:moveTo>
                <a:cubicBezTo>
                  <a:pt x="71090" y="37545"/>
                  <a:pt x="73090" y="35545"/>
                  <a:pt x="75534" y="35545"/>
                </a:cubicBezTo>
                <a:lnTo>
                  <a:pt x="84420" y="35545"/>
                </a:lnTo>
                <a:cubicBezTo>
                  <a:pt x="86864" y="35545"/>
                  <a:pt x="88863" y="37545"/>
                  <a:pt x="88863" y="39988"/>
                </a:cubicBezTo>
                <a:lnTo>
                  <a:pt x="88863" y="48875"/>
                </a:lnTo>
                <a:cubicBezTo>
                  <a:pt x="88863" y="51318"/>
                  <a:pt x="86864" y="53318"/>
                  <a:pt x="84420" y="53318"/>
                </a:cubicBezTo>
                <a:lnTo>
                  <a:pt x="75534" y="53318"/>
                </a:lnTo>
                <a:cubicBezTo>
                  <a:pt x="73090" y="53318"/>
                  <a:pt x="71090" y="51318"/>
                  <a:pt x="71090" y="48875"/>
                </a:cubicBezTo>
                <a:lnTo>
                  <a:pt x="71090" y="39988"/>
                </a:lnTo>
                <a:close/>
                <a:moveTo>
                  <a:pt x="75534" y="62204"/>
                </a:moveTo>
                <a:lnTo>
                  <a:pt x="84420" y="62204"/>
                </a:lnTo>
                <a:cubicBezTo>
                  <a:pt x="86864" y="62204"/>
                  <a:pt x="88863" y="64203"/>
                  <a:pt x="88863" y="66647"/>
                </a:cubicBezTo>
                <a:lnTo>
                  <a:pt x="88863" y="75534"/>
                </a:lnTo>
                <a:cubicBezTo>
                  <a:pt x="88863" y="77977"/>
                  <a:pt x="86864" y="79977"/>
                  <a:pt x="84420" y="79977"/>
                </a:cubicBezTo>
                <a:lnTo>
                  <a:pt x="75534" y="79977"/>
                </a:lnTo>
                <a:cubicBezTo>
                  <a:pt x="73090" y="79977"/>
                  <a:pt x="71090" y="77977"/>
                  <a:pt x="71090" y="75534"/>
                </a:cubicBezTo>
                <a:lnTo>
                  <a:pt x="71090" y="66647"/>
                </a:lnTo>
                <a:cubicBezTo>
                  <a:pt x="71090" y="64203"/>
                  <a:pt x="73090" y="62204"/>
                  <a:pt x="75534" y="62204"/>
                </a:cubicBezTo>
                <a:close/>
                <a:moveTo>
                  <a:pt x="97749" y="39988"/>
                </a:moveTo>
                <a:cubicBezTo>
                  <a:pt x="97749" y="37545"/>
                  <a:pt x="99749" y="35545"/>
                  <a:pt x="102192" y="35545"/>
                </a:cubicBezTo>
                <a:lnTo>
                  <a:pt x="111079" y="35545"/>
                </a:lnTo>
                <a:cubicBezTo>
                  <a:pt x="113522" y="35545"/>
                  <a:pt x="115522" y="37545"/>
                  <a:pt x="115522" y="39988"/>
                </a:cubicBezTo>
                <a:lnTo>
                  <a:pt x="115522" y="48875"/>
                </a:lnTo>
                <a:cubicBezTo>
                  <a:pt x="115522" y="51318"/>
                  <a:pt x="113522" y="53318"/>
                  <a:pt x="111079" y="53318"/>
                </a:cubicBezTo>
                <a:lnTo>
                  <a:pt x="102192" y="53318"/>
                </a:lnTo>
                <a:cubicBezTo>
                  <a:pt x="99749" y="53318"/>
                  <a:pt x="97749" y="51318"/>
                  <a:pt x="97749" y="48875"/>
                </a:cubicBezTo>
                <a:lnTo>
                  <a:pt x="97749" y="39988"/>
                </a:lnTo>
                <a:close/>
                <a:moveTo>
                  <a:pt x="102192" y="62204"/>
                </a:moveTo>
                <a:lnTo>
                  <a:pt x="111079" y="62204"/>
                </a:lnTo>
                <a:cubicBezTo>
                  <a:pt x="113522" y="62204"/>
                  <a:pt x="115522" y="64203"/>
                  <a:pt x="115522" y="66647"/>
                </a:cubicBezTo>
                <a:lnTo>
                  <a:pt x="115522" y="75534"/>
                </a:lnTo>
                <a:cubicBezTo>
                  <a:pt x="115522" y="77977"/>
                  <a:pt x="113522" y="79977"/>
                  <a:pt x="111079" y="79977"/>
                </a:cubicBezTo>
                <a:lnTo>
                  <a:pt x="102192" y="79977"/>
                </a:lnTo>
                <a:cubicBezTo>
                  <a:pt x="99749" y="79977"/>
                  <a:pt x="97749" y="77977"/>
                  <a:pt x="97749" y="75534"/>
                </a:cubicBezTo>
                <a:lnTo>
                  <a:pt x="97749" y="66647"/>
                </a:lnTo>
                <a:cubicBezTo>
                  <a:pt x="97749" y="64203"/>
                  <a:pt x="99749" y="62204"/>
                  <a:pt x="102192" y="62204"/>
                </a:cubicBezTo>
                <a:close/>
                <a:moveTo>
                  <a:pt x="124408" y="39988"/>
                </a:moveTo>
                <a:cubicBezTo>
                  <a:pt x="124408" y="37545"/>
                  <a:pt x="126408" y="35545"/>
                  <a:pt x="128851" y="35545"/>
                </a:cubicBezTo>
                <a:lnTo>
                  <a:pt x="137738" y="35545"/>
                </a:lnTo>
                <a:cubicBezTo>
                  <a:pt x="140181" y="35545"/>
                  <a:pt x="142181" y="37545"/>
                  <a:pt x="142181" y="39988"/>
                </a:cubicBezTo>
                <a:lnTo>
                  <a:pt x="142181" y="48875"/>
                </a:lnTo>
                <a:cubicBezTo>
                  <a:pt x="142181" y="51318"/>
                  <a:pt x="140181" y="53318"/>
                  <a:pt x="137738" y="53318"/>
                </a:cubicBezTo>
                <a:lnTo>
                  <a:pt x="128851" y="53318"/>
                </a:lnTo>
                <a:cubicBezTo>
                  <a:pt x="126408" y="53318"/>
                  <a:pt x="124408" y="51318"/>
                  <a:pt x="124408" y="48875"/>
                </a:cubicBezTo>
                <a:lnTo>
                  <a:pt x="124408" y="39988"/>
                </a:lnTo>
                <a:close/>
                <a:moveTo>
                  <a:pt x="128851" y="62204"/>
                </a:moveTo>
                <a:lnTo>
                  <a:pt x="137738" y="62204"/>
                </a:lnTo>
                <a:cubicBezTo>
                  <a:pt x="140181" y="62204"/>
                  <a:pt x="142181" y="64203"/>
                  <a:pt x="142181" y="66647"/>
                </a:cubicBezTo>
                <a:lnTo>
                  <a:pt x="142181" y="75534"/>
                </a:lnTo>
                <a:cubicBezTo>
                  <a:pt x="142181" y="77977"/>
                  <a:pt x="140181" y="79977"/>
                  <a:pt x="137738" y="79977"/>
                </a:cubicBezTo>
                <a:lnTo>
                  <a:pt x="128851" y="79977"/>
                </a:lnTo>
                <a:cubicBezTo>
                  <a:pt x="126408" y="79977"/>
                  <a:pt x="124408" y="77977"/>
                  <a:pt x="124408" y="75534"/>
                </a:cubicBezTo>
                <a:lnTo>
                  <a:pt x="124408" y="66647"/>
                </a:lnTo>
                <a:cubicBezTo>
                  <a:pt x="124408" y="64203"/>
                  <a:pt x="126408" y="62204"/>
                  <a:pt x="128851" y="6220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6684440" y="3039114"/>
            <a:ext cx="16617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Funcionalidad por teclado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8988" y="3323475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44509" y="3394566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79977" y="8886"/>
                </a:moveTo>
                <a:cubicBezTo>
                  <a:pt x="57539" y="8886"/>
                  <a:pt x="39572" y="19106"/>
                  <a:pt x="26492" y="31269"/>
                </a:cubicBezTo>
                <a:cubicBezTo>
                  <a:pt x="13496" y="43348"/>
                  <a:pt x="4804" y="57761"/>
                  <a:pt x="666" y="67675"/>
                </a:cubicBezTo>
                <a:cubicBezTo>
                  <a:pt x="-250" y="69869"/>
                  <a:pt x="-250" y="72312"/>
                  <a:pt x="666" y="74506"/>
                </a:cubicBezTo>
                <a:cubicBezTo>
                  <a:pt x="4804" y="84420"/>
                  <a:pt x="13496" y="98860"/>
                  <a:pt x="26492" y="110912"/>
                </a:cubicBezTo>
                <a:cubicBezTo>
                  <a:pt x="39572" y="123047"/>
                  <a:pt x="57539" y="133294"/>
                  <a:pt x="79977" y="133294"/>
                </a:cubicBezTo>
                <a:cubicBezTo>
                  <a:pt x="102415" y="133294"/>
                  <a:pt x="120382" y="123075"/>
                  <a:pt x="133461" y="110912"/>
                </a:cubicBezTo>
                <a:cubicBezTo>
                  <a:pt x="146457" y="98832"/>
                  <a:pt x="155149" y="84420"/>
                  <a:pt x="159287" y="74506"/>
                </a:cubicBezTo>
                <a:cubicBezTo>
                  <a:pt x="160203" y="72312"/>
                  <a:pt x="160203" y="69869"/>
                  <a:pt x="159287" y="67675"/>
                </a:cubicBezTo>
                <a:cubicBezTo>
                  <a:pt x="155149" y="57761"/>
                  <a:pt x="146457" y="43321"/>
                  <a:pt x="133461" y="31269"/>
                </a:cubicBezTo>
                <a:cubicBezTo>
                  <a:pt x="120382" y="19133"/>
                  <a:pt x="102415" y="8886"/>
                  <a:pt x="79977" y="8886"/>
                </a:cubicBezTo>
                <a:close/>
                <a:moveTo>
                  <a:pt x="39988" y="71090"/>
                </a:moveTo>
                <a:cubicBezTo>
                  <a:pt x="39988" y="49020"/>
                  <a:pt x="57907" y="31102"/>
                  <a:pt x="79977" y="31102"/>
                </a:cubicBezTo>
                <a:cubicBezTo>
                  <a:pt x="102047" y="31102"/>
                  <a:pt x="119965" y="49020"/>
                  <a:pt x="119965" y="71090"/>
                </a:cubicBezTo>
                <a:cubicBezTo>
                  <a:pt x="119965" y="93161"/>
                  <a:pt x="102047" y="111079"/>
                  <a:pt x="79977" y="111079"/>
                </a:cubicBezTo>
                <a:cubicBezTo>
                  <a:pt x="57907" y="111079"/>
                  <a:pt x="39988" y="93161"/>
                  <a:pt x="39988" y="71090"/>
                </a:cubicBezTo>
                <a:close/>
                <a:moveTo>
                  <a:pt x="79977" y="53318"/>
                </a:moveTo>
                <a:cubicBezTo>
                  <a:pt x="79977" y="63120"/>
                  <a:pt x="72007" y="71090"/>
                  <a:pt x="62204" y="71090"/>
                </a:cubicBezTo>
                <a:cubicBezTo>
                  <a:pt x="59011" y="71090"/>
                  <a:pt x="56011" y="70257"/>
                  <a:pt x="53401" y="68758"/>
                </a:cubicBezTo>
                <a:cubicBezTo>
                  <a:pt x="53123" y="71785"/>
                  <a:pt x="53373" y="74895"/>
                  <a:pt x="54206" y="77977"/>
                </a:cubicBezTo>
                <a:cubicBezTo>
                  <a:pt x="58011" y="92195"/>
                  <a:pt x="72645" y="100637"/>
                  <a:pt x="86864" y="96833"/>
                </a:cubicBezTo>
                <a:cubicBezTo>
                  <a:pt x="101082" y="93028"/>
                  <a:pt x="109524" y="78394"/>
                  <a:pt x="105719" y="64176"/>
                </a:cubicBezTo>
                <a:cubicBezTo>
                  <a:pt x="102331" y="51485"/>
                  <a:pt x="90307" y="43404"/>
                  <a:pt x="77644" y="44515"/>
                </a:cubicBezTo>
                <a:cubicBezTo>
                  <a:pt x="79116" y="47097"/>
                  <a:pt x="79977" y="50097"/>
                  <a:pt x="79977" y="5331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6684440" y="3359020"/>
            <a:ext cx="7908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Foco visible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8988" y="3643382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3396" y="371447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71090" y="0"/>
                </a:moveTo>
                <a:cubicBezTo>
                  <a:pt x="110326" y="0"/>
                  <a:pt x="142181" y="31855"/>
                  <a:pt x="142181" y="71090"/>
                </a:cubicBezTo>
                <a:cubicBezTo>
                  <a:pt x="142181" y="110326"/>
                  <a:pt x="110326" y="142181"/>
                  <a:pt x="71090" y="142181"/>
                </a:cubicBezTo>
                <a:cubicBezTo>
                  <a:pt x="31855" y="142181"/>
                  <a:pt x="0" y="110326"/>
                  <a:pt x="0" y="71090"/>
                </a:cubicBezTo>
                <a:cubicBezTo>
                  <a:pt x="0" y="31855"/>
                  <a:pt x="31855" y="0"/>
                  <a:pt x="71090" y="0"/>
                </a:cubicBezTo>
                <a:close/>
                <a:moveTo>
                  <a:pt x="64426" y="33324"/>
                </a:moveTo>
                <a:lnTo>
                  <a:pt x="64426" y="71090"/>
                </a:lnTo>
                <a:cubicBezTo>
                  <a:pt x="64426" y="73312"/>
                  <a:pt x="65536" y="75395"/>
                  <a:pt x="67397" y="76644"/>
                </a:cubicBezTo>
                <a:lnTo>
                  <a:pt x="94056" y="94417"/>
                </a:lnTo>
                <a:cubicBezTo>
                  <a:pt x="97111" y="96472"/>
                  <a:pt x="101248" y="95639"/>
                  <a:pt x="103303" y="92556"/>
                </a:cubicBezTo>
                <a:cubicBezTo>
                  <a:pt x="105358" y="89474"/>
                  <a:pt x="104525" y="85364"/>
                  <a:pt x="101443" y="83309"/>
                </a:cubicBezTo>
                <a:lnTo>
                  <a:pt x="77755" y="67536"/>
                </a:lnTo>
                <a:lnTo>
                  <a:pt x="77755" y="33324"/>
                </a:lnTo>
                <a:cubicBezTo>
                  <a:pt x="77755" y="29630"/>
                  <a:pt x="74784" y="26659"/>
                  <a:pt x="71090" y="26659"/>
                </a:cubicBezTo>
                <a:cubicBezTo>
                  <a:pt x="67397" y="26659"/>
                  <a:pt x="64426" y="29630"/>
                  <a:pt x="64426" y="333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6684440" y="3678927"/>
            <a:ext cx="21682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suficiente para interactuar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4338" y="4238764"/>
            <a:ext cx="5651685" cy="2257120"/>
          </a:xfrm>
          <a:custGeom>
            <a:avLst/>
            <a:gdLst/>
            <a:ahLst/>
            <a:cxnLst/>
            <a:rect l="l" t="t" r="r" b="b"/>
            <a:pathLst>
              <a:path w="5651685" h="2257120">
                <a:moveTo>
                  <a:pt x="142176" y="0"/>
                </a:moveTo>
                <a:lnTo>
                  <a:pt x="5509509" y="0"/>
                </a:lnTo>
                <a:cubicBezTo>
                  <a:pt x="5588031" y="0"/>
                  <a:pt x="5651685" y="63654"/>
                  <a:pt x="5651685" y="142176"/>
                </a:cubicBezTo>
                <a:lnTo>
                  <a:pt x="5651685" y="2114944"/>
                </a:lnTo>
                <a:cubicBezTo>
                  <a:pt x="5651685" y="2193465"/>
                  <a:pt x="5588031" y="2257120"/>
                  <a:pt x="5509509" y="2257120"/>
                </a:cubicBezTo>
                <a:lnTo>
                  <a:pt x="142176" y="2257120"/>
                </a:lnTo>
                <a:cubicBezTo>
                  <a:pt x="63654" y="2257120"/>
                  <a:pt x="0" y="2193465"/>
                  <a:pt x="0" y="2114944"/>
                </a:cubicBezTo>
                <a:lnTo>
                  <a:pt x="0" y="142176"/>
                </a:lnTo>
                <a:cubicBezTo>
                  <a:pt x="0" y="63707"/>
                  <a:pt x="63707" y="0"/>
                  <a:pt x="14217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5405" y="4407603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90771" y="4514239"/>
            <a:ext cx="257703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9673" y="4389831"/>
            <a:ext cx="1839464" cy="31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9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Comprensible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9673" y="4709738"/>
            <a:ext cx="17772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Understandable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5405" y="5029644"/>
            <a:ext cx="54206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información debe ser comprensible para todos.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5405" y="5420641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9813" y="549173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79171" y="14079"/>
                </a:moveTo>
                <a:cubicBezTo>
                  <a:pt x="77727" y="10913"/>
                  <a:pt x="74562" y="8886"/>
                  <a:pt x="71090" y="8886"/>
                </a:cubicBezTo>
                <a:cubicBezTo>
                  <a:pt x="67619" y="8886"/>
                  <a:pt x="64453" y="10913"/>
                  <a:pt x="63009" y="14079"/>
                </a:cubicBezTo>
                <a:lnTo>
                  <a:pt x="16523" y="115522"/>
                </a:lnTo>
                <a:lnTo>
                  <a:pt x="13329" y="115522"/>
                </a:lnTo>
                <a:cubicBezTo>
                  <a:pt x="8414" y="115522"/>
                  <a:pt x="4443" y="119493"/>
                  <a:pt x="4443" y="124408"/>
                </a:cubicBezTo>
                <a:cubicBezTo>
                  <a:pt x="4443" y="129323"/>
                  <a:pt x="8414" y="133294"/>
                  <a:pt x="13329" y="133294"/>
                </a:cubicBezTo>
                <a:lnTo>
                  <a:pt x="37767" y="133294"/>
                </a:lnTo>
                <a:cubicBezTo>
                  <a:pt x="42682" y="133294"/>
                  <a:pt x="46653" y="129323"/>
                  <a:pt x="46653" y="124408"/>
                </a:cubicBezTo>
                <a:cubicBezTo>
                  <a:pt x="46653" y="119493"/>
                  <a:pt x="42682" y="115522"/>
                  <a:pt x="37767" y="115522"/>
                </a:cubicBezTo>
                <a:lnTo>
                  <a:pt x="36073" y="115522"/>
                </a:lnTo>
                <a:lnTo>
                  <a:pt x="42182" y="102192"/>
                </a:lnTo>
                <a:lnTo>
                  <a:pt x="100026" y="102192"/>
                </a:lnTo>
                <a:lnTo>
                  <a:pt x="106136" y="115522"/>
                </a:lnTo>
                <a:lnTo>
                  <a:pt x="104442" y="115522"/>
                </a:lnTo>
                <a:cubicBezTo>
                  <a:pt x="99527" y="115522"/>
                  <a:pt x="95555" y="119493"/>
                  <a:pt x="95555" y="124408"/>
                </a:cubicBezTo>
                <a:cubicBezTo>
                  <a:pt x="95555" y="129323"/>
                  <a:pt x="99527" y="133294"/>
                  <a:pt x="104442" y="133294"/>
                </a:cubicBezTo>
                <a:lnTo>
                  <a:pt x="128879" y="133294"/>
                </a:lnTo>
                <a:cubicBezTo>
                  <a:pt x="133794" y="133294"/>
                  <a:pt x="137765" y="129323"/>
                  <a:pt x="137765" y="124408"/>
                </a:cubicBezTo>
                <a:cubicBezTo>
                  <a:pt x="137765" y="119493"/>
                  <a:pt x="133794" y="115522"/>
                  <a:pt x="128879" y="115522"/>
                </a:cubicBezTo>
                <a:lnTo>
                  <a:pt x="125686" y="115522"/>
                </a:lnTo>
                <a:lnTo>
                  <a:pt x="79199" y="14079"/>
                </a:lnTo>
                <a:close/>
                <a:moveTo>
                  <a:pt x="91862" y="84420"/>
                </a:moveTo>
                <a:lnTo>
                  <a:pt x="50319" y="84420"/>
                </a:lnTo>
                <a:lnTo>
                  <a:pt x="71090" y="39100"/>
                </a:lnTo>
                <a:lnTo>
                  <a:pt x="91862" y="84420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9" name="Text 47"/>
          <p:cNvSpPr/>
          <p:nvPr/>
        </p:nvSpPr>
        <p:spPr>
          <a:xfrm>
            <a:off x="870857" y="5456187"/>
            <a:ext cx="18394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legible y comprensible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5405" y="5740548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9813" y="5811638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10662" y="3388"/>
                </a:moveTo>
                <a:lnTo>
                  <a:pt x="86169" y="27881"/>
                </a:lnTo>
                <a:lnTo>
                  <a:pt x="114300" y="56011"/>
                </a:lnTo>
                <a:lnTo>
                  <a:pt x="138793" y="31519"/>
                </a:lnTo>
                <a:cubicBezTo>
                  <a:pt x="140959" y="29325"/>
                  <a:pt x="142181" y="26381"/>
                  <a:pt x="142181" y="23327"/>
                </a:cubicBezTo>
                <a:cubicBezTo>
                  <a:pt x="142181" y="20272"/>
                  <a:pt x="140959" y="17328"/>
                  <a:pt x="138793" y="15134"/>
                </a:cubicBezTo>
                <a:lnTo>
                  <a:pt x="127046" y="3388"/>
                </a:lnTo>
                <a:cubicBezTo>
                  <a:pt x="124852" y="1222"/>
                  <a:pt x="121909" y="0"/>
                  <a:pt x="118854" y="0"/>
                </a:cubicBezTo>
                <a:cubicBezTo>
                  <a:pt x="115800" y="0"/>
                  <a:pt x="112856" y="1222"/>
                  <a:pt x="110662" y="3388"/>
                </a:cubicBezTo>
                <a:close/>
                <a:moveTo>
                  <a:pt x="76755" y="37295"/>
                </a:moveTo>
                <a:lnTo>
                  <a:pt x="3388" y="110662"/>
                </a:lnTo>
                <a:cubicBezTo>
                  <a:pt x="1222" y="112856"/>
                  <a:pt x="0" y="115800"/>
                  <a:pt x="0" y="118854"/>
                </a:cubicBezTo>
                <a:cubicBezTo>
                  <a:pt x="0" y="121909"/>
                  <a:pt x="1222" y="124852"/>
                  <a:pt x="3388" y="127046"/>
                </a:cubicBezTo>
                <a:lnTo>
                  <a:pt x="15134" y="138793"/>
                </a:lnTo>
                <a:cubicBezTo>
                  <a:pt x="17328" y="140959"/>
                  <a:pt x="20272" y="142181"/>
                  <a:pt x="23327" y="142181"/>
                </a:cubicBezTo>
                <a:cubicBezTo>
                  <a:pt x="26381" y="142181"/>
                  <a:pt x="29325" y="140959"/>
                  <a:pt x="31519" y="138793"/>
                </a:cubicBezTo>
                <a:lnTo>
                  <a:pt x="104886" y="65425"/>
                </a:lnTo>
                <a:lnTo>
                  <a:pt x="76755" y="37295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2" name="Text 50"/>
          <p:cNvSpPr/>
          <p:nvPr/>
        </p:nvSpPr>
        <p:spPr>
          <a:xfrm>
            <a:off x="870857" y="5776093"/>
            <a:ext cx="1972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Predicción de comportamiento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5405" y="6060455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9813" y="6131545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71090" y="142181"/>
                </a:moveTo>
                <a:cubicBezTo>
                  <a:pt x="110326" y="142181"/>
                  <a:pt x="142181" y="110326"/>
                  <a:pt x="142181" y="71090"/>
                </a:cubicBezTo>
                <a:cubicBezTo>
                  <a:pt x="142181" y="31855"/>
                  <a:pt x="110326" y="0"/>
                  <a:pt x="71090" y="0"/>
                </a:cubicBezTo>
                <a:cubicBezTo>
                  <a:pt x="31855" y="0"/>
                  <a:pt x="0" y="31855"/>
                  <a:pt x="0" y="71090"/>
                </a:cubicBezTo>
                <a:cubicBezTo>
                  <a:pt x="0" y="110326"/>
                  <a:pt x="31855" y="142181"/>
                  <a:pt x="71090" y="142181"/>
                </a:cubicBezTo>
                <a:close/>
                <a:moveTo>
                  <a:pt x="71090" y="37767"/>
                </a:moveTo>
                <a:cubicBezTo>
                  <a:pt x="74784" y="37767"/>
                  <a:pt x="77755" y="40738"/>
                  <a:pt x="77755" y="44431"/>
                </a:cubicBezTo>
                <a:lnTo>
                  <a:pt x="77755" y="75534"/>
                </a:lnTo>
                <a:cubicBezTo>
                  <a:pt x="77755" y="79227"/>
                  <a:pt x="74784" y="82198"/>
                  <a:pt x="71090" y="82198"/>
                </a:cubicBezTo>
                <a:cubicBezTo>
                  <a:pt x="67397" y="82198"/>
                  <a:pt x="64426" y="79227"/>
                  <a:pt x="64426" y="75534"/>
                </a:cubicBezTo>
                <a:lnTo>
                  <a:pt x="64426" y="44431"/>
                </a:lnTo>
                <a:cubicBezTo>
                  <a:pt x="64426" y="40738"/>
                  <a:pt x="67397" y="37767"/>
                  <a:pt x="71090" y="37767"/>
                </a:cubicBezTo>
                <a:close/>
                <a:moveTo>
                  <a:pt x="63676" y="97749"/>
                </a:moveTo>
                <a:cubicBezTo>
                  <a:pt x="63507" y="94997"/>
                  <a:pt x="64880" y="92379"/>
                  <a:pt x="67239" y="90952"/>
                </a:cubicBezTo>
                <a:cubicBezTo>
                  <a:pt x="69598" y="89524"/>
                  <a:pt x="72555" y="89524"/>
                  <a:pt x="74914" y="90952"/>
                </a:cubicBezTo>
                <a:cubicBezTo>
                  <a:pt x="77273" y="92379"/>
                  <a:pt x="78646" y="94997"/>
                  <a:pt x="78477" y="97749"/>
                </a:cubicBezTo>
                <a:cubicBezTo>
                  <a:pt x="78646" y="100501"/>
                  <a:pt x="77273" y="103120"/>
                  <a:pt x="74914" y="104547"/>
                </a:cubicBezTo>
                <a:cubicBezTo>
                  <a:pt x="72555" y="105974"/>
                  <a:pt x="69598" y="105974"/>
                  <a:pt x="67239" y="104547"/>
                </a:cubicBezTo>
                <a:cubicBezTo>
                  <a:pt x="64880" y="103120"/>
                  <a:pt x="63507" y="100501"/>
                  <a:pt x="63676" y="97749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5" name="Text 53"/>
          <p:cNvSpPr/>
          <p:nvPr/>
        </p:nvSpPr>
        <p:spPr>
          <a:xfrm>
            <a:off x="870857" y="6096000"/>
            <a:ext cx="15817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Mensajes de error claros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7921" y="4238764"/>
            <a:ext cx="5651685" cy="2257120"/>
          </a:xfrm>
          <a:custGeom>
            <a:avLst/>
            <a:gdLst/>
            <a:ahLst/>
            <a:cxnLst/>
            <a:rect l="l" t="t" r="r" b="b"/>
            <a:pathLst>
              <a:path w="5651685" h="2257120">
                <a:moveTo>
                  <a:pt x="142176" y="0"/>
                </a:moveTo>
                <a:lnTo>
                  <a:pt x="5509509" y="0"/>
                </a:lnTo>
                <a:cubicBezTo>
                  <a:pt x="5588031" y="0"/>
                  <a:pt x="5651685" y="63654"/>
                  <a:pt x="5651685" y="142176"/>
                </a:cubicBezTo>
                <a:lnTo>
                  <a:pt x="5651685" y="2114944"/>
                </a:lnTo>
                <a:cubicBezTo>
                  <a:pt x="5651685" y="2193465"/>
                  <a:pt x="5588031" y="2257120"/>
                  <a:pt x="5509509" y="2257120"/>
                </a:cubicBezTo>
                <a:lnTo>
                  <a:pt x="142176" y="2257120"/>
                </a:lnTo>
                <a:cubicBezTo>
                  <a:pt x="63654" y="2257120"/>
                  <a:pt x="0" y="2193465"/>
                  <a:pt x="0" y="2114944"/>
                </a:cubicBezTo>
                <a:lnTo>
                  <a:pt x="0" y="142176"/>
                </a:lnTo>
                <a:cubicBezTo>
                  <a:pt x="0" y="63707"/>
                  <a:pt x="63707" y="0"/>
                  <a:pt x="14217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8988" y="4407603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58" name="Text 56"/>
          <p:cNvSpPr/>
          <p:nvPr/>
        </p:nvSpPr>
        <p:spPr>
          <a:xfrm>
            <a:off x="6514350" y="4514239"/>
            <a:ext cx="231044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33256" y="4389831"/>
            <a:ext cx="1155219" cy="31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9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Robusto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33256" y="4709738"/>
            <a:ext cx="109301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28988" y="5029644"/>
            <a:ext cx="54206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contenido debe ser robusto para funcionar con tecnologías de asistencia.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8988" y="5420641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53396" y="549173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7773" y="8886"/>
                </a:moveTo>
                <a:cubicBezTo>
                  <a:pt x="7970" y="8886"/>
                  <a:pt x="0" y="16856"/>
                  <a:pt x="0" y="26659"/>
                </a:cubicBezTo>
                <a:lnTo>
                  <a:pt x="0" y="97749"/>
                </a:lnTo>
                <a:cubicBezTo>
                  <a:pt x="0" y="107552"/>
                  <a:pt x="7970" y="115522"/>
                  <a:pt x="17773" y="115522"/>
                </a:cubicBezTo>
                <a:lnTo>
                  <a:pt x="57761" y="115522"/>
                </a:lnTo>
                <a:lnTo>
                  <a:pt x="53318" y="128851"/>
                </a:lnTo>
                <a:lnTo>
                  <a:pt x="33324" y="128851"/>
                </a:lnTo>
                <a:cubicBezTo>
                  <a:pt x="29630" y="128851"/>
                  <a:pt x="26659" y="131823"/>
                  <a:pt x="26659" y="135516"/>
                </a:cubicBezTo>
                <a:cubicBezTo>
                  <a:pt x="26659" y="139209"/>
                  <a:pt x="29630" y="142181"/>
                  <a:pt x="33324" y="142181"/>
                </a:cubicBezTo>
                <a:lnTo>
                  <a:pt x="108857" y="142181"/>
                </a:lnTo>
                <a:cubicBezTo>
                  <a:pt x="112551" y="142181"/>
                  <a:pt x="115522" y="139209"/>
                  <a:pt x="115522" y="135516"/>
                </a:cubicBezTo>
                <a:cubicBezTo>
                  <a:pt x="115522" y="131823"/>
                  <a:pt x="112551" y="128851"/>
                  <a:pt x="108857" y="128851"/>
                </a:cubicBezTo>
                <a:lnTo>
                  <a:pt x="88863" y="128851"/>
                </a:lnTo>
                <a:lnTo>
                  <a:pt x="84420" y="115522"/>
                </a:lnTo>
                <a:lnTo>
                  <a:pt x="124408" y="115522"/>
                </a:lnTo>
                <a:cubicBezTo>
                  <a:pt x="134211" y="115522"/>
                  <a:pt x="142181" y="107552"/>
                  <a:pt x="142181" y="97749"/>
                </a:cubicBezTo>
                <a:lnTo>
                  <a:pt x="142181" y="26659"/>
                </a:lnTo>
                <a:cubicBezTo>
                  <a:pt x="142181" y="16856"/>
                  <a:pt x="134211" y="8886"/>
                  <a:pt x="124408" y="8886"/>
                </a:cubicBezTo>
                <a:lnTo>
                  <a:pt x="17773" y="8886"/>
                </a:lnTo>
                <a:close/>
                <a:moveTo>
                  <a:pt x="26659" y="26659"/>
                </a:moveTo>
                <a:lnTo>
                  <a:pt x="115522" y="26659"/>
                </a:lnTo>
                <a:cubicBezTo>
                  <a:pt x="120437" y="26659"/>
                  <a:pt x="124408" y="30630"/>
                  <a:pt x="124408" y="35545"/>
                </a:cubicBezTo>
                <a:lnTo>
                  <a:pt x="124408" y="79977"/>
                </a:lnTo>
                <a:cubicBezTo>
                  <a:pt x="124408" y="84892"/>
                  <a:pt x="120437" y="88863"/>
                  <a:pt x="115522" y="88863"/>
                </a:cubicBezTo>
                <a:lnTo>
                  <a:pt x="26659" y="88863"/>
                </a:lnTo>
                <a:cubicBezTo>
                  <a:pt x="21744" y="88863"/>
                  <a:pt x="17773" y="84892"/>
                  <a:pt x="17773" y="79977"/>
                </a:cubicBezTo>
                <a:lnTo>
                  <a:pt x="17773" y="35545"/>
                </a:lnTo>
                <a:cubicBezTo>
                  <a:pt x="17773" y="30630"/>
                  <a:pt x="21744" y="26659"/>
                  <a:pt x="26659" y="266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4" name="Text 62"/>
          <p:cNvSpPr/>
          <p:nvPr/>
        </p:nvSpPr>
        <p:spPr>
          <a:xfrm>
            <a:off x="6684440" y="5456187"/>
            <a:ext cx="25059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Compatibilidad con lectores de pantalla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8988" y="5740548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44509" y="5811638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100193" y="333"/>
                </a:moveTo>
                <a:cubicBezTo>
                  <a:pt x="95472" y="-1027"/>
                  <a:pt x="90557" y="1722"/>
                  <a:pt x="89196" y="6443"/>
                </a:cubicBezTo>
                <a:lnTo>
                  <a:pt x="53651" y="130851"/>
                </a:lnTo>
                <a:cubicBezTo>
                  <a:pt x="52290" y="135572"/>
                  <a:pt x="55040" y="140487"/>
                  <a:pt x="59760" y="141848"/>
                </a:cubicBezTo>
                <a:cubicBezTo>
                  <a:pt x="64481" y="143208"/>
                  <a:pt x="69396" y="140459"/>
                  <a:pt x="70757" y="135738"/>
                </a:cubicBezTo>
                <a:lnTo>
                  <a:pt x="106302" y="11330"/>
                </a:lnTo>
                <a:cubicBezTo>
                  <a:pt x="107663" y="6609"/>
                  <a:pt x="104914" y="1694"/>
                  <a:pt x="100193" y="333"/>
                </a:cubicBezTo>
                <a:close/>
                <a:moveTo>
                  <a:pt x="118132" y="38128"/>
                </a:moveTo>
                <a:cubicBezTo>
                  <a:pt x="114661" y="41599"/>
                  <a:pt x="114661" y="47236"/>
                  <a:pt x="118132" y="50707"/>
                </a:cubicBezTo>
                <a:lnTo>
                  <a:pt x="138515" y="71090"/>
                </a:lnTo>
                <a:lnTo>
                  <a:pt x="118132" y="91473"/>
                </a:lnTo>
                <a:cubicBezTo>
                  <a:pt x="114661" y="94945"/>
                  <a:pt x="114661" y="100582"/>
                  <a:pt x="118132" y="104053"/>
                </a:cubicBezTo>
                <a:cubicBezTo>
                  <a:pt x="121603" y="107524"/>
                  <a:pt x="127241" y="107524"/>
                  <a:pt x="130712" y="104053"/>
                </a:cubicBezTo>
                <a:lnTo>
                  <a:pt x="157371" y="77394"/>
                </a:lnTo>
                <a:cubicBezTo>
                  <a:pt x="160842" y="73923"/>
                  <a:pt x="160842" y="68286"/>
                  <a:pt x="157371" y="64814"/>
                </a:cubicBezTo>
                <a:lnTo>
                  <a:pt x="130712" y="38156"/>
                </a:lnTo>
                <a:cubicBezTo>
                  <a:pt x="127241" y="34684"/>
                  <a:pt x="121603" y="34684"/>
                  <a:pt x="118132" y="38156"/>
                </a:cubicBezTo>
                <a:close/>
                <a:moveTo>
                  <a:pt x="41849" y="38128"/>
                </a:moveTo>
                <a:cubicBezTo>
                  <a:pt x="38378" y="34657"/>
                  <a:pt x="32740" y="34657"/>
                  <a:pt x="29269" y="38128"/>
                </a:cubicBezTo>
                <a:lnTo>
                  <a:pt x="2610" y="64787"/>
                </a:lnTo>
                <a:cubicBezTo>
                  <a:pt x="-861" y="68258"/>
                  <a:pt x="-861" y="73895"/>
                  <a:pt x="2610" y="77366"/>
                </a:cubicBezTo>
                <a:lnTo>
                  <a:pt x="29269" y="104025"/>
                </a:lnTo>
                <a:cubicBezTo>
                  <a:pt x="32740" y="107496"/>
                  <a:pt x="38378" y="107496"/>
                  <a:pt x="41849" y="104025"/>
                </a:cubicBezTo>
                <a:cubicBezTo>
                  <a:pt x="45320" y="100554"/>
                  <a:pt x="45320" y="94917"/>
                  <a:pt x="41849" y="91446"/>
                </a:cubicBezTo>
                <a:lnTo>
                  <a:pt x="21466" y="71090"/>
                </a:lnTo>
                <a:lnTo>
                  <a:pt x="41821" y="50707"/>
                </a:lnTo>
                <a:cubicBezTo>
                  <a:pt x="45292" y="47236"/>
                  <a:pt x="45292" y="41599"/>
                  <a:pt x="41821" y="3812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7" name="Text 65"/>
          <p:cNvSpPr/>
          <p:nvPr/>
        </p:nvSpPr>
        <p:spPr>
          <a:xfrm>
            <a:off x="6684440" y="5776093"/>
            <a:ext cx="16617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semántico correcto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28988" y="6060455"/>
            <a:ext cx="5349551" cy="284362"/>
          </a:xfrm>
          <a:custGeom>
            <a:avLst/>
            <a:gdLst/>
            <a:ahLst/>
            <a:cxnLst/>
            <a:rect l="l" t="t" r="r" b="b"/>
            <a:pathLst>
              <a:path w="5349551" h="284362">
                <a:moveTo>
                  <a:pt x="71090" y="0"/>
                </a:moveTo>
                <a:lnTo>
                  <a:pt x="5278461" y="0"/>
                </a:lnTo>
                <a:cubicBezTo>
                  <a:pt x="5317723" y="0"/>
                  <a:pt x="5349551" y="31828"/>
                  <a:pt x="5349551" y="71090"/>
                </a:cubicBezTo>
                <a:lnTo>
                  <a:pt x="5349551" y="213271"/>
                </a:lnTo>
                <a:cubicBezTo>
                  <a:pt x="5349551" y="252533"/>
                  <a:pt x="5317723" y="284362"/>
                  <a:pt x="5278461" y="284362"/>
                </a:cubicBezTo>
                <a:lnTo>
                  <a:pt x="71090" y="284362"/>
                </a:lnTo>
                <a:cubicBezTo>
                  <a:pt x="31828" y="284362"/>
                  <a:pt x="0" y="252533"/>
                  <a:pt x="0" y="213271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53396" y="6131545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0" y="71090"/>
                </a:moveTo>
                <a:cubicBezTo>
                  <a:pt x="0" y="31855"/>
                  <a:pt x="31855" y="0"/>
                  <a:pt x="71090" y="0"/>
                </a:cubicBezTo>
                <a:cubicBezTo>
                  <a:pt x="110326" y="0"/>
                  <a:pt x="142181" y="31855"/>
                  <a:pt x="142181" y="71090"/>
                </a:cubicBezTo>
                <a:cubicBezTo>
                  <a:pt x="142181" y="110326"/>
                  <a:pt x="110326" y="142181"/>
                  <a:pt x="71090" y="142181"/>
                </a:cubicBezTo>
                <a:cubicBezTo>
                  <a:pt x="31855" y="142181"/>
                  <a:pt x="0" y="110326"/>
                  <a:pt x="0" y="71090"/>
                </a:cubicBezTo>
                <a:close/>
                <a:moveTo>
                  <a:pt x="44848" y="47181"/>
                </a:moveTo>
                <a:cubicBezTo>
                  <a:pt x="41460" y="45737"/>
                  <a:pt x="37545" y="47292"/>
                  <a:pt x="36101" y="50680"/>
                </a:cubicBezTo>
                <a:cubicBezTo>
                  <a:pt x="34657" y="54068"/>
                  <a:pt x="36212" y="57983"/>
                  <a:pt x="39600" y="59427"/>
                </a:cubicBezTo>
                <a:lnTo>
                  <a:pt x="42904" y="60843"/>
                </a:lnTo>
                <a:cubicBezTo>
                  <a:pt x="47708" y="62898"/>
                  <a:pt x="52679" y="64426"/>
                  <a:pt x="57789" y="65370"/>
                </a:cubicBezTo>
                <a:lnTo>
                  <a:pt x="57789" y="79282"/>
                </a:lnTo>
                <a:cubicBezTo>
                  <a:pt x="57789" y="80477"/>
                  <a:pt x="57594" y="81671"/>
                  <a:pt x="57206" y="82781"/>
                </a:cubicBezTo>
                <a:lnTo>
                  <a:pt x="49236" y="106691"/>
                </a:lnTo>
                <a:cubicBezTo>
                  <a:pt x="48069" y="110190"/>
                  <a:pt x="49958" y="113967"/>
                  <a:pt x="53457" y="115133"/>
                </a:cubicBezTo>
                <a:cubicBezTo>
                  <a:pt x="56956" y="116299"/>
                  <a:pt x="60732" y="114411"/>
                  <a:pt x="61899" y="110912"/>
                </a:cubicBezTo>
                <a:lnTo>
                  <a:pt x="68674" y="90585"/>
                </a:lnTo>
                <a:cubicBezTo>
                  <a:pt x="69035" y="89529"/>
                  <a:pt x="70007" y="88807"/>
                  <a:pt x="71118" y="88807"/>
                </a:cubicBezTo>
                <a:cubicBezTo>
                  <a:pt x="72229" y="88807"/>
                  <a:pt x="73229" y="89529"/>
                  <a:pt x="73562" y="90585"/>
                </a:cubicBezTo>
                <a:lnTo>
                  <a:pt x="80338" y="110912"/>
                </a:lnTo>
                <a:cubicBezTo>
                  <a:pt x="81504" y="114411"/>
                  <a:pt x="85281" y="116299"/>
                  <a:pt x="88780" y="115133"/>
                </a:cubicBezTo>
                <a:cubicBezTo>
                  <a:pt x="92279" y="113967"/>
                  <a:pt x="94139" y="110246"/>
                  <a:pt x="92973" y="106747"/>
                </a:cubicBezTo>
                <a:lnTo>
                  <a:pt x="85003" y="82837"/>
                </a:lnTo>
                <a:cubicBezTo>
                  <a:pt x="84614" y="81698"/>
                  <a:pt x="84420" y="80532"/>
                  <a:pt x="84420" y="79338"/>
                </a:cubicBezTo>
                <a:lnTo>
                  <a:pt x="84420" y="65425"/>
                </a:lnTo>
                <a:cubicBezTo>
                  <a:pt x="89529" y="64453"/>
                  <a:pt x="94500" y="62954"/>
                  <a:pt x="99304" y="60899"/>
                </a:cubicBezTo>
                <a:lnTo>
                  <a:pt x="102609" y="59483"/>
                </a:lnTo>
                <a:cubicBezTo>
                  <a:pt x="105997" y="58039"/>
                  <a:pt x="107552" y="54123"/>
                  <a:pt x="106108" y="50735"/>
                </a:cubicBezTo>
                <a:cubicBezTo>
                  <a:pt x="104664" y="47347"/>
                  <a:pt x="100748" y="45792"/>
                  <a:pt x="97360" y="47236"/>
                </a:cubicBezTo>
                <a:lnTo>
                  <a:pt x="94056" y="48597"/>
                </a:lnTo>
                <a:cubicBezTo>
                  <a:pt x="86808" y="51707"/>
                  <a:pt x="79005" y="53318"/>
                  <a:pt x="71090" y="53318"/>
                </a:cubicBezTo>
                <a:cubicBezTo>
                  <a:pt x="63176" y="53318"/>
                  <a:pt x="55401" y="51707"/>
                  <a:pt x="48125" y="48597"/>
                </a:cubicBezTo>
                <a:lnTo>
                  <a:pt x="44820" y="47181"/>
                </a:lnTo>
                <a:close/>
                <a:moveTo>
                  <a:pt x="71090" y="44431"/>
                </a:moveTo>
                <a:cubicBezTo>
                  <a:pt x="77221" y="44431"/>
                  <a:pt x="82198" y="39454"/>
                  <a:pt x="82198" y="33324"/>
                </a:cubicBezTo>
                <a:cubicBezTo>
                  <a:pt x="82198" y="27193"/>
                  <a:pt x="77221" y="22216"/>
                  <a:pt x="71090" y="22216"/>
                </a:cubicBezTo>
                <a:cubicBezTo>
                  <a:pt x="64960" y="22216"/>
                  <a:pt x="59983" y="27193"/>
                  <a:pt x="59983" y="33324"/>
                </a:cubicBezTo>
                <a:cubicBezTo>
                  <a:pt x="59983" y="39454"/>
                  <a:pt x="64960" y="44431"/>
                  <a:pt x="71090" y="444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" name="Text 68"/>
          <p:cNvSpPr/>
          <p:nvPr/>
        </p:nvSpPr>
        <p:spPr>
          <a:xfrm>
            <a:off x="6684440" y="6096000"/>
            <a:ext cx="15106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 apropiado de ARIA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62250" y="95250"/>
            <a:ext cx="6667500" cy="6667500"/>
          </a:xfrm>
          <a:custGeom>
            <a:avLst/>
            <a:gdLst/>
            <a:ahLst/>
            <a:cxnLst/>
            <a:rect l="l" t="t" r="r" b="b"/>
            <a:pathLst>
              <a:path w="6667500" h="6667500">
                <a:moveTo>
                  <a:pt x="3333750" y="0"/>
                </a:moveTo>
                <a:lnTo>
                  <a:pt x="3333750" y="0"/>
                </a:lnTo>
                <a:cubicBezTo>
                  <a:pt x="5173697" y="0"/>
                  <a:pt x="6667500" y="1493803"/>
                  <a:pt x="6667500" y="3333750"/>
                </a:cubicBezTo>
                <a:lnTo>
                  <a:pt x="6667500" y="3333750"/>
                </a:lnTo>
                <a:cubicBezTo>
                  <a:pt x="6667500" y="5173697"/>
                  <a:pt x="5173697" y="6667500"/>
                  <a:pt x="3333750" y="6667500"/>
                </a:cubicBezTo>
                <a:lnTo>
                  <a:pt x="3333750" y="6667500"/>
                </a:lnTo>
                <a:cubicBezTo>
                  <a:pt x="1493803" y="6667500"/>
                  <a:pt x="0" y="5173697"/>
                  <a:pt x="0" y="3333750"/>
                </a:cubicBezTo>
                <a:lnTo>
                  <a:pt x="0" y="3333750"/>
                </a:lnTo>
                <a:cubicBezTo>
                  <a:pt x="0" y="1493803"/>
                  <a:pt x="1493803" y="0"/>
                  <a:pt x="3333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0000"/>
                </a:srgbClr>
              </a:gs>
              <a:gs pos="50000">
                <a:srgbClr val="FF6B6B">
                  <a:alpha val="1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561975" cy="381000"/>
          </a:xfrm>
          <a:custGeom>
            <a:avLst/>
            <a:gdLst/>
            <a:ahLst/>
            <a:cxnLst/>
            <a:rect l="l" t="t" r="r" b="b"/>
            <a:pathLst>
              <a:path w="561975" h="381000">
                <a:moveTo>
                  <a:pt x="190500" y="0"/>
                </a:moveTo>
                <a:lnTo>
                  <a:pt x="371475" y="0"/>
                </a:lnTo>
                <a:cubicBezTo>
                  <a:pt x="476615" y="0"/>
                  <a:pt x="561975" y="85360"/>
                  <a:pt x="561975" y="190500"/>
                </a:cubicBezTo>
                <a:lnTo>
                  <a:pt x="561975" y="190500"/>
                </a:lnTo>
                <a:cubicBezTo>
                  <a:pt x="561975" y="295640"/>
                  <a:pt x="476615" y="381000"/>
                  <a:pt x="3714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571500" y="485775"/>
            <a:ext cx="2591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Niveles de Conformidad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09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/ AA / AAA - Medición del Cumplimiento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28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90525" y="1952625"/>
            <a:ext cx="3686175" cy="3714750"/>
          </a:xfrm>
          <a:custGeom>
            <a:avLst/>
            <a:gdLst/>
            <a:ahLst/>
            <a:cxnLst/>
            <a:rect l="l" t="t" r="r" b="b"/>
            <a:pathLst>
              <a:path w="3686175" h="3714750">
                <a:moveTo>
                  <a:pt x="228617" y="0"/>
                </a:moveTo>
                <a:lnTo>
                  <a:pt x="3457558" y="0"/>
                </a:lnTo>
                <a:cubicBezTo>
                  <a:pt x="3583820" y="0"/>
                  <a:pt x="3686175" y="102355"/>
                  <a:pt x="3686175" y="228617"/>
                </a:cubicBezTo>
                <a:lnTo>
                  <a:pt x="3686175" y="3486133"/>
                </a:lnTo>
                <a:cubicBezTo>
                  <a:pt x="3686175" y="3612395"/>
                  <a:pt x="3583820" y="3714750"/>
                  <a:pt x="3457558" y="3714750"/>
                </a:cubicBezTo>
                <a:lnTo>
                  <a:pt x="228617" y="3714750"/>
                </a:lnTo>
                <a:cubicBezTo>
                  <a:pt x="102355" y="3714750"/>
                  <a:pt x="0" y="3612395"/>
                  <a:pt x="0" y="3486133"/>
                </a:cubicBezTo>
                <a:lnTo>
                  <a:pt x="0" y="228617"/>
                </a:lnTo>
                <a:cubicBezTo>
                  <a:pt x="0" y="102440"/>
                  <a:pt x="102440" y="0"/>
                  <a:pt x="22861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4101" y="2114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1974949" y="2266950"/>
            <a:ext cx="523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A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1012" y="2990850"/>
            <a:ext cx="350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Nivel 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70472" y="3371850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152400" y="0"/>
                </a:moveTo>
                <a:lnTo>
                  <a:pt x="581025" y="0"/>
                </a:lnTo>
                <a:cubicBezTo>
                  <a:pt x="665137" y="0"/>
                  <a:pt x="733425" y="68288"/>
                  <a:pt x="733425" y="152400"/>
                </a:cubicBezTo>
                <a:lnTo>
                  <a:pt x="733425" y="152400"/>
                </a:lnTo>
                <a:cubicBezTo>
                  <a:pt x="733425" y="236512"/>
                  <a:pt x="665137" y="304800"/>
                  <a:pt x="5810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84772" y="3438525"/>
            <a:ext cx="5006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Básico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50" y="3790950"/>
            <a:ext cx="34385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mínimos. Si no se cumplen, la web es inaccesible para muchos usuarios.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450" y="4667250"/>
            <a:ext cx="3362325" cy="381000"/>
          </a:xfrm>
          <a:custGeom>
            <a:avLst/>
            <a:gdLst/>
            <a:ahLst/>
            <a:cxnLst/>
            <a:rect l="l" t="t" r="r" b="b"/>
            <a:pathLst>
              <a:path w="3362325" h="381000">
                <a:moveTo>
                  <a:pt x="114300" y="0"/>
                </a:moveTo>
                <a:lnTo>
                  <a:pt x="3248025" y="0"/>
                </a:lnTo>
                <a:cubicBezTo>
                  <a:pt x="3311109" y="0"/>
                  <a:pt x="3362325" y="51216"/>
                  <a:pt x="3362325" y="114300"/>
                </a:cubicBezTo>
                <a:lnTo>
                  <a:pt x="3362325" y="266700"/>
                </a:lnTo>
                <a:cubicBezTo>
                  <a:pt x="3362325" y="329784"/>
                  <a:pt x="3311109" y="381000"/>
                  <a:pt x="32480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5325" y="4781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" y="474345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Barreras críticas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5124450"/>
            <a:ext cx="3362325" cy="381000"/>
          </a:xfrm>
          <a:custGeom>
            <a:avLst/>
            <a:gdLst/>
            <a:ahLst/>
            <a:cxnLst/>
            <a:rect l="l" t="t" r="r" b="b"/>
            <a:pathLst>
              <a:path w="3362325" h="381000">
                <a:moveTo>
                  <a:pt x="114300" y="0"/>
                </a:moveTo>
                <a:lnTo>
                  <a:pt x="3248025" y="0"/>
                </a:lnTo>
                <a:cubicBezTo>
                  <a:pt x="3311109" y="0"/>
                  <a:pt x="3362325" y="51216"/>
                  <a:pt x="3362325" y="114300"/>
                </a:cubicBezTo>
                <a:lnTo>
                  <a:pt x="3362325" y="266700"/>
                </a:lnTo>
                <a:cubicBezTo>
                  <a:pt x="3362325" y="329784"/>
                  <a:pt x="3311109" y="381000"/>
                  <a:pt x="32480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5325" y="5238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" y="520065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Mínimo indispensable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60800" y="1962150"/>
            <a:ext cx="3667125" cy="3695700"/>
          </a:xfrm>
          <a:custGeom>
            <a:avLst/>
            <a:gdLst/>
            <a:ahLst/>
            <a:cxnLst/>
            <a:rect l="l" t="t" r="r" b="b"/>
            <a:pathLst>
              <a:path w="3667125" h="36957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3467091"/>
                </a:lnTo>
                <a:cubicBezTo>
                  <a:pt x="3667125" y="3593348"/>
                  <a:pt x="3564773" y="3695700"/>
                  <a:pt x="3438516" y="3695700"/>
                </a:cubicBezTo>
                <a:lnTo>
                  <a:pt x="228609" y="3695700"/>
                </a:lnTo>
                <a:cubicBezTo>
                  <a:pt x="102352" y="3695700"/>
                  <a:pt x="0" y="3593348"/>
                  <a:pt x="0" y="34670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508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80286" y="1828800"/>
            <a:ext cx="1428750" cy="304800"/>
          </a:xfrm>
          <a:custGeom>
            <a:avLst/>
            <a:gdLst/>
            <a:ahLst/>
            <a:cxnLst/>
            <a:rect l="l" t="t" r="r" b="b"/>
            <a:pathLst>
              <a:path w="1428750" h="304800">
                <a:moveTo>
                  <a:pt x="152400" y="0"/>
                </a:moveTo>
                <a:lnTo>
                  <a:pt x="1276350" y="0"/>
                </a:lnTo>
                <a:cubicBezTo>
                  <a:pt x="1360462" y="0"/>
                  <a:pt x="1428750" y="68288"/>
                  <a:pt x="1428750" y="152400"/>
                </a:cubicBezTo>
                <a:lnTo>
                  <a:pt x="1428750" y="152400"/>
                </a:lnTo>
                <a:cubicBezTo>
                  <a:pt x="1428750" y="236512"/>
                  <a:pt x="1360462" y="304800"/>
                  <a:pt x="12763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5532686" y="1895475"/>
            <a:ext cx="1202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8651" y="22098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5588347" y="2381250"/>
            <a:ext cx="1019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A1A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60813" y="3238500"/>
            <a:ext cx="346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Nivel AA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63183" y="3619500"/>
            <a:ext cx="1266825" cy="304800"/>
          </a:xfrm>
          <a:custGeom>
            <a:avLst/>
            <a:gdLst/>
            <a:ahLst/>
            <a:cxnLst/>
            <a:rect l="l" t="t" r="r" b="b"/>
            <a:pathLst>
              <a:path w="1266825" h="304800">
                <a:moveTo>
                  <a:pt x="152400" y="0"/>
                </a:moveTo>
                <a:lnTo>
                  <a:pt x="1114425" y="0"/>
                </a:lnTo>
                <a:cubicBezTo>
                  <a:pt x="1198537" y="0"/>
                  <a:pt x="1266825" y="68288"/>
                  <a:pt x="1266825" y="152400"/>
                </a:cubicBezTo>
                <a:lnTo>
                  <a:pt x="1266825" y="152400"/>
                </a:lnTo>
                <a:cubicBezTo>
                  <a:pt x="1266825" y="236512"/>
                  <a:pt x="1198537" y="304800"/>
                  <a:pt x="11144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77483" y="3686175"/>
            <a:ext cx="10368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4150" y="40386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 recomendado para la mayoría de sitios. Elimina barreras significativas.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2250" y="4648200"/>
            <a:ext cx="3324225" cy="381000"/>
          </a:xfrm>
          <a:custGeom>
            <a:avLst/>
            <a:gdLst/>
            <a:ahLst/>
            <a:cxnLst/>
            <a:rect l="l" t="t" r="r" b="b"/>
            <a:pathLst>
              <a:path w="3324225" h="381000">
                <a:moveTo>
                  <a:pt x="114300" y="0"/>
                </a:moveTo>
                <a:lnTo>
                  <a:pt x="3209925" y="0"/>
                </a:lnTo>
                <a:cubicBezTo>
                  <a:pt x="3273009" y="0"/>
                  <a:pt x="3324225" y="51216"/>
                  <a:pt x="3324225" y="114300"/>
                </a:cubicBezTo>
                <a:lnTo>
                  <a:pt x="3324225" y="266700"/>
                </a:lnTo>
                <a:cubicBezTo>
                  <a:pt x="3324225" y="329784"/>
                  <a:pt x="3273009" y="381000"/>
                  <a:pt x="32099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56075" y="4762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4813250" y="47244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Estándar legal en muchos países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32250" y="5105400"/>
            <a:ext cx="3324225" cy="381000"/>
          </a:xfrm>
          <a:custGeom>
            <a:avLst/>
            <a:gdLst/>
            <a:ahLst/>
            <a:cxnLst/>
            <a:rect l="l" t="t" r="r" b="b"/>
            <a:pathLst>
              <a:path w="3324225" h="381000">
                <a:moveTo>
                  <a:pt x="114300" y="0"/>
                </a:moveTo>
                <a:lnTo>
                  <a:pt x="3209925" y="0"/>
                </a:lnTo>
                <a:cubicBezTo>
                  <a:pt x="3273009" y="0"/>
                  <a:pt x="3324225" y="51216"/>
                  <a:pt x="3324225" y="114300"/>
                </a:cubicBezTo>
                <a:lnTo>
                  <a:pt x="3324225" y="266700"/>
                </a:lnTo>
                <a:cubicBezTo>
                  <a:pt x="3324225" y="329784"/>
                  <a:pt x="3273009" y="381000"/>
                  <a:pt x="32099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56075" y="5219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4813250" y="518160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ideal accesibilidad/esfuerzo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12026" y="1952625"/>
            <a:ext cx="3686175" cy="3714750"/>
          </a:xfrm>
          <a:custGeom>
            <a:avLst/>
            <a:gdLst/>
            <a:ahLst/>
            <a:cxnLst/>
            <a:rect l="l" t="t" r="r" b="b"/>
            <a:pathLst>
              <a:path w="3686175" h="3714750">
                <a:moveTo>
                  <a:pt x="228617" y="0"/>
                </a:moveTo>
                <a:lnTo>
                  <a:pt x="3457558" y="0"/>
                </a:lnTo>
                <a:cubicBezTo>
                  <a:pt x="3583820" y="0"/>
                  <a:pt x="3686175" y="102355"/>
                  <a:pt x="3686175" y="228617"/>
                </a:cubicBezTo>
                <a:lnTo>
                  <a:pt x="3686175" y="3486133"/>
                </a:lnTo>
                <a:cubicBezTo>
                  <a:pt x="3686175" y="3612395"/>
                  <a:pt x="3583820" y="3714750"/>
                  <a:pt x="3457558" y="3714750"/>
                </a:cubicBezTo>
                <a:lnTo>
                  <a:pt x="228617" y="3714750"/>
                </a:lnTo>
                <a:cubicBezTo>
                  <a:pt x="102355" y="3714750"/>
                  <a:pt x="0" y="3612395"/>
                  <a:pt x="0" y="3486133"/>
                </a:cubicBezTo>
                <a:lnTo>
                  <a:pt x="0" y="228617"/>
                </a:lnTo>
                <a:cubicBezTo>
                  <a:pt x="0" y="102440"/>
                  <a:pt x="102440" y="0"/>
                  <a:pt x="22861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75750" y="2114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9404896" y="2266950"/>
            <a:ext cx="110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A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AAA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02513" y="2990850"/>
            <a:ext cx="350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Nivel AAA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53575" y="3371850"/>
            <a:ext cx="809625" cy="304800"/>
          </a:xfrm>
          <a:custGeom>
            <a:avLst/>
            <a:gdLst/>
            <a:ahLst/>
            <a:cxnLst/>
            <a:rect l="l" t="t" r="r" b="b"/>
            <a:pathLst>
              <a:path w="809625" h="304800">
                <a:moveTo>
                  <a:pt x="152400" y="0"/>
                </a:moveTo>
                <a:lnTo>
                  <a:pt x="657225" y="0"/>
                </a:lnTo>
                <a:cubicBezTo>
                  <a:pt x="741337" y="0"/>
                  <a:pt x="809625" y="68288"/>
                  <a:pt x="809625" y="152400"/>
                </a:cubicBezTo>
                <a:lnTo>
                  <a:pt x="809625" y="152400"/>
                </a:lnTo>
                <a:cubicBezTo>
                  <a:pt x="809625" y="236512"/>
                  <a:pt x="741337" y="304800"/>
                  <a:pt x="6572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66D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67875" y="3438525"/>
            <a:ext cx="5776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Óptimo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35851" y="3790950"/>
            <a:ext cx="34385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nivel de accesibilidad. No siempre es aplicable a todo el contenido.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73951" y="4667250"/>
            <a:ext cx="3362325" cy="381000"/>
          </a:xfrm>
          <a:custGeom>
            <a:avLst/>
            <a:gdLst/>
            <a:ahLst/>
            <a:cxnLst/>
            <a:rect l="l" t="t" r="r" b="b"/>
            <a:pathLst>
              <a:path w="3362325" h="381000">
                <a:moveTo>
                  <a:pt x="114300" y="0"/>
                </a:moveTo>
                <a:lnTo>
                  <a:pt x="3248025" y="0"/>
                </a:lnTo>
                <a:cubicBezTo>
                  <a:pt x="3311109" y="0"/>
                  <a:pt x="3362325" y="51216"/>
                  <a:pt x="3362325" y="114300"/>
                </a:cubicBezTo>
                <a:lnTo>
                  <a:pt x="3362325" y="266700"/>
                </a:lnTo>
                <a:cubicBezTo>
                  <a:pt x="3362325" y="329784"/>
                  <a:pt x="3311109" y="381000"/>
                  <a:pt x="32480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97776" y="4781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5" name="Text 43"/>
          <p:cNvSpPr/>
          <p:nvPr/>
        </p:nvSpPr>
        <p:spPr>
          <a:xfrm>
            <a:off x="8654951" y="474345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Máxima accesibilidad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3951" y="5124450"/>
            <a:ext cx="3362325" cy="381000"/>
          </a:xfrm>
          <a:custGeom>
            <a:avLst/>
            <a:gdLst/>
            <a:ahLst/>
            <a:cxnLst/>
            <a:rect l="l" t="t" r="r" b="b"/>
            <a:pathLst>
              <a:path w="3362325" h="381000">
                <a:moveTo>
                  <a:pt x="114300" y="0"/>
                </a:moveTo>
                <a:lnTo>
                  <a:pt x="3248025" y="0"/>
                </a:lnTo>
                <a:cubicBezTo>
                  <a:pt x="3311109" y="0"/>
                  <a:pt x="3362325" y="51216"/>
                  <a:pt x="3362325" y="114300"/>
                </a:cubicBezTo>
                <a:lnTo>
                  <a:pt x="3362325" y="266700"/>
                </a:lnTo>
                <a:cubicBezTo>
                  <a:pt x="3362325" y="329784"/>
                  <a:pt x="3311109" y="381000"/>
                  <a:pt x="3248025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97776" y="5238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8" name="Text 46"/>
          <p:cNvSpPr/>
          <p:nvPr/>
        </p:nvSpPr>
        <p:spPr>
          <a:xfrm>
            <a:off x="8654951" y="52006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Requiere mayor esfuerzo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5795963"/>
            <a:ext cx="5629275" cy="771525"/>
          </a:xfrm>
          <a:custGeom>
            <a:avLst/>
            <a:gdLst/>
            <a:ahLst/>
            <a:cxnLst/>
            <a:rect l="l" t="t" r="r" b="b"/>
            <a:pathLst>
              <a:path w="5629275" h="771525">
                <a:moveTo>
                  <a:pt x="152399" y="0"/>
                </a:moveTo>
                <a:lnTo>
                  <a:pt x="5476876" y="0"/>
                </a:lnTo>
                <a:cubicBezTo>
                  <a:pt x="5561043" y="0"/>
                  <a:pt x="5629275" y="68232"/>
                  <a:pt x="5629275" y="152399"/>
                </a:cubicBezTo>
                <a:lnTo>
                  <a:pt x="5629275" y="619126"/>
                </a:lnTo>
                <a:cubicBezTo>
                  <a:pt x="5629275" y="703293"/>
                  <a:pt x="5561043" y="771525"/>
                  <a:pt x="5476876" y="771525"/>
                </a:cubicBezTo>
                <a:lnTo>
                  <a:pt x="152399" y="771525"/>
                </a:lnTo>
                <a:cubicBezTo>
                  <a:pt x="68288" y="771525"/>
                  <a:pt x="0" y="703237"/>
                  <a:pt x="0" y="6191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4825" y="5953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626269" y="6086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52" name="Text 50"/>
          <p:cNvSpPr/>
          <p:nvPr/>
        </p:nvSpPr>
        <p:spPr>
          <a:xfrm>
            <a:off x="1076325" y="59150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Verificación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76325" y="6219825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Calculadoras de contraste que relacionan resultados con criterios WCAG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6963" y="5795963"/>
            <a:ext cx="5629275" cy="771525"/>
          </a:xfrm>
          <a:custGeom>
            <a:avLst/>
            <a:gdLst/>
            <a:ahLst/>
            <a:cxnLst/>
            <a:rect l="l" t="t" r="r" b="b"/>
            <a:pathLst>
              <a:path w="5629275" h="771525">
                <a:moveTo>
                  <a:pt x="152399" y="0"/>
                </a:moveTo>
                <a:lnTo>
                  <a:pt x="5476876" y="0"/>
                </a:lnTo>
                <a:cubicBezTo>
                  <a:pt x="5561043" y="0"/>
                  <a:pt x="5629275" y="68232"/>
                  <a:pt x="5629275" y="152399"/>
                </a:cubicBezTo>
                <a:lnTo>
                  <a:pt x="5629275" y="619126"/>
                </a:lnTo>
                <a:cubicBezTo>
                  <a:pt x="5629275" y="703293"/>
                  <a:pt x="5561043" y="771525"/>
                  <a:pt x="5476876" y="771525"/>
                </a:cubicBezTo>
                <a:lnTo>
                  <a:pt x="152399" y="771525"/>
                </a:lnTo>
                <a:cubicBezTo>
                  <a:pt x="68288" y="771525"/>
                  <a:pt x="0" y="703237"/>
                  <a:pt x="0" y="6191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0" scaled="1"/>
          </a:gradFill>
          <a:ln w="127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96025" y="5953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6453188" y="6086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57" name="Text 55"/>
          <p:cNvSpPr/>
          <p:nvPr/>
        </p:nvSpPr>
        <p:spPr>
          <a:xfrm>
            <a:off x="6867525" y="5915025"/>
            <a:ext cx="4905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Recomendación: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nivel AA es el estándar recomendado para la mayoría de sitios web.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80617" cy="3580617"/>
          </a:xfrm>
          <a:custGeom>
            <a:avLst/>
            <a:gdLst/>
            <a:ahLst/>
            <a:cxnLst/>
            <a:rect l="l" t="t" r="r" b="b"/>
            <a:pathLst>
              <a:path w="3580617" h="3580617">
                <a:moveTo>
                  <a:pt x="1790308" y="0"/>
                </a:moveTo>
                <a:lnTo>
                  <a:pt x="1790308" y="0"/>
                </a:lnTo>
                <a:cubicBezTo>
                  <a:pt x="2778406" y="0"/>
                  <a:pt x="3580617" y="802210"/>
                  <a:pt x="3580617" y="1790308"/>
                </a:cubicBezTo>
                <a:lnTo>
                  <a:pt x="3580617" y="1790308"/>
                </a:lnTo>
                <a:cubicBezTo>
                  <a:pt x="3580617" y="2778406"/>
                  <a:pt x="2778406" y="3580617"/>
                  <a:pt x="1790308" y="3580617"/>
                </a:cubicBezTo>
                <a:lnTo>
                  <a:pt x="1790308" y="3580617"/>
                </a:lnTo>
                <a:cubicBezTo>
                  <a:pt x="802210" y="3580617"/>
                  <a:pt x="0" y="2778406"/>
                  <a:pt x="0" y="1790308"/>
                </a:cubicBezTo>
                <a:lnTo>
                  <a:pt x="0" y="1790308"/>
                </a:lnTo>
                <a:cubicBezTo>
                  <a:pt x="0" y="802210"/>
                  <a:pt x="802210" y="0"/>
                  <a:pt x="1790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609285" y="3714330"/>
            <a:ext cx="3580617" cy="3580617"/>
          </a:xfrm>
          <a:custGeom>
            <a:avLst/>
            <a:gdLst/>
            <a:ahLst/>
            <a:cxnLst/>
            <a:rect l="l" t="t" r="r" b="b"/>
            <a:pathLst>
              <a:path w="3580617" h="3580617">
                <a:moveTo>
                  <a:pt x="1790308" y="0"/>
                </a:moveTo>
                <a:lnTo>
                  <a:pt x="1790308" y="0"/>
                </a:lnTo>
                <a:cubicBezTo>
                  <a:pt x="2778406" y="0"/>
                  <a:pt x="3580617" y="802210"/>
                  <a:pt x="3580617" y="1790308"/>
                </a:cubicBezTo>
                <a:lnTo>
                  <a:pt x="3580617" y="1790308"/>
                </a:lnTo>
                <a:cubicBezTo>
                  <a:pt x="3580617" y="2778406"/>
                  <a:pt x="2778406" y="3580617"/>
                  <a:pt x="1790308" y="3580617"/>
                </a:cubicBezTo>
                <a:lnTo>
                  <a:pt x="1790308" y="3580617"/>
                </a:lnTo>
                <a:cubicBezTo>
                  <a:pt x="802210" y="3580617"/>
                  <a:pt x="0" y="2778406"/>
                  <a:pt x="0" y="1790308"/>
                </a:cubicBezTo>
                <a:lnTo>
                  <a:pt x="0" y="1790308"/>
                </a:lnTo>
                <a:cubicBezTo>
                  <a:pt x="0" y="802210"/>
                  <a:pt x="802210" y="0"/>
                  <a:pt x="1790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3500000" scaled="1"/>
          </a:gradFill>
          <a:ln/>
        </p:spPr>
      </p:sp>
      <p:sp>
        <p:nvSpPr>
          <p:cNvPr id="4" name="Shape 2"/>
          <p:cNvSpPr/>
          <p:nvPr/>
        </p:nvSpPr>
        <p:spPr>
          <a:xfrm rot="720000">
            <a:off x="10865487" y="3612078"/>
            <a:ext cx="537093" cy="537093"/>
          </a:xfrm>
          <a:custGeom>
            <a:avLst/>
            <a:gdLst/>
            <a:ahLst/>
            <a:cxnLst/>
            <a:rect l="l" t="t" r="r" b="b"/>
            <a:pathLst>
              <a:path w="537093" h="537093">
                <a:moveTo>
                  <a:pt x="0" y="0"/>
                </a:moveTo>
                <a:lnTo>
                  <a:pt x="537093" y="0"/>
                </a:lnTo>
                <a:lnTo>
                  <a:pt x="537093" y="537093"/>
                </a:lnTo>
                <a:lnTo>
                  <a:pt x="0" y="5370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8062" y="358062"/>
            <a:ext cx="519189" cy="358062"/>
          </a:xfrm>
          <a:custGeom>
            <a:avLst/>
            <a:gdLst/>
            <a:ahLst/>
            <a:cxnLst/>
            <a:rect l="l" t="t" r="r" b="b"/>
            <a:pathLst>
              <a:path w="519189" h="358062">
                <a:moveTo>
                  <a:pt x="179031" y="0"/>
                </a:moveTo>
                <a:lnTo>
                  <a:pt x="340159" y="0"/>
                </a:lnTo>
                <a:cubicBezTo>
                  <a:pt x="439035" y="0"/>
                  <a:pt x="519189" y="80155"/>
                  <a:pt x="519189" y="179031"/>
                </a:cubicBezTo>
                <a:lnTo>
                  <a:pt x="519189" y="179031"/>
                </a:lnTo>
                <a:cubicBezTo>
                  <a:pt x="519189" y="277907"/>
                  <a:pt x="439035" y="358062"/>
                  <a:pt x="340159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37093" y="456529"/>
            <a:ext cx="230083" cy="16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8062" y="823542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Barreras Comunes y Soluciones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8062" y="1324828"/>
            <a:ext cx="1158329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Problemas Frecuentes y Cómo Resolverlos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8062" y="1718696"/>
            <a:ext cx="859348" cy="35806"/>
          </a:xfrm>
          <a:custGeom>
            <a:avLst/>
            <a:gdLst/>
            <a:ahLst/>
            <a:cxnLst/>
            <a:rect l="l" t="t" r="r" b="b"/>
            <a:pathLst>
              <a:path w="859348" h="35806">
                <a:moveTo>
                  <a:pt x="0" y="0"/>
                </a:moveTo>
                <a:lnTo>
                  <a:pt x="859348" y="0"/>
                </a:lnTo>
                <a:lnTo>
                  <a:pt x="859348" y="35806"/>
                </a:lnTo>
                <a:lnTo>
                  <a:pt x="0" y="3580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67013" y="1835066"/>
            <a:ext cx="5648423" cy="2094661"/>
          </a:xfrm>
          <a:custGeom>
            <a:avLst/>
            <a:gdLst/>
            <a:ahLst/>
            <a:cxnLst/>
            <a:rect l="l" t="t" r="r" b="b"/>
            <a:pathLst>
              <a:path w="5648423" h="2094661">
                <a:moveTo>
                  <a:pt x="143233" y="0"/>
                </a:moveTo>
                <a:lnTo>
                  <a:pt x="5505190" y="0"/>
                </a:lnTo>
                <a:cubicBezTo>
                  <a:pt x="5584295" y="0"/>
                  <a:pt x="5648423" y="64128"/>
                  <a:pt x="5648423" y="143233"/>
                </a:cubicBezTo>
                <a:lnTo>
                  <a:pt x="5648423" y="1951428"/>
                </a:lnTo>
                <a:cubicBezTo>
                  <a:pt x="5648423" y="2030533"/>
                  <a:pt x="5584295" y="2094661"/>
                  <a:pt x="5505190" y="2094661"/>
                </a:cubicBezTo>
                <a:lnTo>
                  <a:pt x="143233" y="2094661"/>
                </a:lnTo>
                <a:cubicBezTo>
                  <a:pt x="64128" y="2094661"/>
                  <a:pt x="0" y="2030533"/>
                  <a:pt x="0" y="1951428"/>
                </a:cubicBezTo>
                <a:lnTo>
                  <a:pt x="0" y="143233"/>
                </a:lnTo>
                <a:cubicBezTo>
                  <a:pt x="0" y="64128"/>
                  <a:pt x="64128" y="0"/>
                  <a:pt x="143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9189" y="1987242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48987" y="2130467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26855" y="26855"/>
                </a:moveTo>
                <a:cubicBezTo>
                  <a:pt x="12043" y="26855"/>
                  <a:pt x="0" y="38897"/>
                  <a:pt x="0" y="53709"/>
                </a:cubicBezTo>
                <a:lnTo>
                  <a:pt x="0" y="161128"/>
                </a:lnTo>
                <a:cubicBezTo>
                  <a:pt x="0" y="175940"/>
                  <a:pt x="12043" y="187982"/>
                  <a:pt x="26855" y="187982"/>
                </a:cubicBezTo>
                <a:lnTo>
                  <a:pt x="214837" y="187982"/>
                </a:lnTo>
                <a:cubicBezTo>
                  <a:pt x="229649" y="187982"/>
                  <a:pt x="241692" y="175940"/>
                  <a:pt x="241692" y="161128"/>
                </a:cubicBezTo>
                <a:lnTo>
                  <a:pt x="241692" y="53709"/>
                </a:lnTo>
                <a:cubicBezTo>
                  <a:pt x="241692" y="38897"/>
                  <a:pt x="229649" y="26855"/>
                  <a:pt x="214837" y="26855"/>
                </a:cubicBezTo>
                <a:lnTo>
                  <a:pt x="26855" y="26855"/>
                </a:lnTo>
                <a:close/>
                <a:moveTo>
                  <a:pt x="33568" y="53709"/>
                </a:moveTo>
                <a:lnTo>
                  <a:pt x="46996" y="53709"/>
                </a:lnTo>
                <a:cubicBezTo>
                  <a:pt x="50688" y="53709"/>
                  <a:pt x="53709" y="56730"/>
                  <a:pt x="53709" y="60423"/>
                </a:cubicBezTo>
                <a:lnTo>
                  <a:pt x="53709" y="73850"/>
                </a:lnTo>
                <a:cubicBezTo>
                  <a:pt x="53709" y="77543"/>
                  <a:pt x="50688" y="80564"/>
                  <a:pt x="46996" y="80564"/>
                </a:cubicBezTo>
                <a:lnTo>
                  <a:pt x="33568" y="80564"/>
                </a:lnTo>
                <a:cubicBezTo>
                  <a:pt x="29876" y="80564"/>
                  <a:pt x="26855" y="77543"/>
                  <a:pt x="26855" y="73850"/>
                </a:cubicBezTo>
                <a:lnTo>
                  <a:pt x="26855" y="60423"/>
                </a:lnTo>
                <a:cubicBezTo>
                  <a:pt x="26855" y="56730"/>
                  <a:pt x="29876" y="53709"/>
                  <a:pt x="33568" y="53709"/>
                </a:cubicBezTo>
                <a:close/>
                <a:moveTo>
                  <a:pt x="26855" y="100705"/>
                </a:moveTo>
                <a:cubicBezTo>
                  <a:pt x="26855" y="97012"/>
                  <a:pt x="29876" y="93991"/>
                  <a:pt x="33568" y="93991"/>
                </a:cubicBezTo>
                <a:lnTo>
                  <a:pt x="46996" y="93991"/>
                </a:lnTo>
                <a:cubicBezTo>
                  <a:pt x="50688" y="93991"/>
                  <a:pt x="53709" y="97012"/>
                  <a:pt x="53709" y="100705"/>
                </a:cubicBezTo>
                <a:lnTo>
                  <a:pt x="53709" y="114132"/>
                </a:lnTo>
                <a:cubicBezTo>
                  <a:pt x="53709" y="117825"/>
                  <a:pt x="50688" y="120846"/>
                  <a:pt x="46996" y="120846"/>
                </a:cubicBezTo>
                <a:lnTo>
                  <a:pt x="33568" y="120846"/>
                </a:lnTo>
                <a:cubicBezTo>
                  <a:pt x="29876" y="120846"/>
                  <a:pt x="26855" y="117825"/>
                  <a:pt x="26855" y="114132"/>
                </a:cubicBezTo>
                <a:lnTo>
                  <a:pt x="26855" y="100705"/>
                </a:lnTo>
                <a:close/>
                <a:moveTo>
                  <a:pt x="73850" y="53709"/>
                </a:moveTo>
                <a:lnTo>
                  <a:pt x="87278" y="53709"/>
                </a:lnTo>
                <a:cubicBezTo>
                  <a:pt x="90970" y="53709"/>
                  <a:pt x="93991" y="56730"/>
                  <a:pt x="93991" y="60423"/>
                </a:cubicBezTo>
                <a:lnTo>
                  <a:pt x="93991" y="73850"/>
                </a:lnTo>
                <a:cubicBezTo>
                  <a:pt x="93991" y="77543"/>
                  <a:pt x="90970" y="80564"/>
                  <a:pt x="87278" y="80564"/>
                </a:cubicBezTo>
                <a:lnTo>
                  <a:pt x="73850" y="80564"/>
                </a:lnTo>
                <a:cubicBezTo>
                  <a:pt x="70158" y="80564"/>
                  <a:pt x="67137" y="77543"/>
                  <a:pt x="67137" y="73850"/>
                </a:cubicBezTo>
                <a:lnTo>
                  <a:pt x="67137" y="60423"/>
                </a:lnTo>
                <a:cubicBezTo>
                  <a:pt x="67137" y="56730"/>
                  <a:pt x="70158" y="53709"/>
                  <a:pt x="73850" y="53709"/>
                </a:cubicBezTo>
                <a:close/>
                <a:moveTo>
                  <a:pt x="67137" y="100705"/>
                </a:moveTo>
                <a:cubicBezTo>
                  <a:pt x="67137" y="97012"/>
                  <a:pt x="70158" y="93991"/>
                  <a:pt x="73850" y="93991"/>
                </a:cubicBezTo>
                <a:lnTo>
                  <a:pt x="87278" y="93991"/>
                </a:lnTo>
                <a:cubicBezTo>
                  <a:pt x="90970" y="93991"/>
                  <a:pt x="93991" y="97012"/>
                  <a:pt x="93991" y="100705"/>
                </a:cubicBezTo>
                <a:lnTo>
                  <a:pt x="93991" y="114132"/>
                </a:lnTo>
                <a:cubicBezTo>
                  <a:pt x="93991" y="117825"/>
                  <a:pt x="90970" y="120846"/>
                  <a:pt x="87278" y="120846"/>
                </a:cubicBezTo>
                <a:lnTo>
                  <a:pt x="73850" y="120846"/>
                </a:lnTo>
                <a:cubicBezTo>
                  <a:pt x="70158" y="120846"/>
                  <a:pt x="67137" y="117825"/>
                  <a:pt x="67137" y="114132"/>
                </a:cubicBezTo>
                <a:lnTo>
                  <a:pt x="67137" y="100705"/>
                </a:lnTo>
                <a:close/>
                <a:moveTo>
                  <a:pt x="73850" y="134273"/>
                </a:moveTo>
                <a:lnTo>
                  <a:pt x="167841" y="134273"/>
                </a:lnTo>
                <a:cubicBezTo>
                  <a:pt x="171534" y="134273"/>
                  <a:pt x="174555" y="137294"/>
                  <a:pt x="174555" y="140987"/>
                </a:cubicBezTo>
                <a:lnTo>
                  <a:pt x="174555" y="154414"/>
                </a:lnTo>
                <a:cubicBezTo>
                  <a:pt x="174555" y="158107"/>
                  <a:pt x="171534" y="161128"/>
                  <a:pt x="167841" y="161128"/>
                </a:cubicBezTo>
                <a:lnTo>
                  <a:pt x="73850" y="161128"/>
                </a:lnTo>
                <a:cubicBezTo>
                  <a:pt x="70158" y="161128"/>
                  <a:pt x="67137" y="158107"/>
                  <a:pt x="67137" y="154414"/>
                </a:cubicBezTo>
                <a:lnTo>
                  <a:pt x="67137" y="140987"/>
                </a:lnTo>
                <a:cubicBezTo>
                  <a:pt x="67137" y="137294"/>
                  <a:pt x="70158" y="134273"/>
                  <a:pt x="73850" y="134273"/>
                </a:cubicBezTo>
                <a:close/>
                <a:moveTo>
                  <a:pt x="107419" y="60423"/>
                </a:moveTo>
                <a:cubicBezTo>
                  <a:pt x="107419" y="56730"/>
                  <a:pt x="110440" y="53709"/>
                  <a:pt x="114132" y="53709"/>
                </a:cubicBezTo>
                <a:lnTo>
                  <a:pt x="127559" y="53709"/>
                </a:lnTo>
                <a:cubicBezTo>
                  <a:pt x="131252" y="53709"/>
                  <a:pt x="134273" y="56730"/>
                  <a:pt x="134273" y="60423"/>
                </a:cubicBezTo>
                <a:lnTo>
                  <a:pt x="134273" y="73850"/>
                </a:lnTo>
                <a:cubicBezTo>
                  <a:pt x="134273" y="77543"/>
                  <a:pt x="131252" y="80564"/>
                  <a:pt x="127559" y="80564"/>
                </a:cubicBezTo>
                <a:lnTo>
                  <a:pt x="114132" y="80564"/>
                </a:lnTo>
                <a:cubicBezTo>
                  <a:pt x="110440" y="80564"/>
                  <a:pt x="107419" y="77543"/>
                  <a:pt x="107419" y="73850"/>
                </a:cubicBezTo>
                <a:lnTo>
                  <a:pt x="107419" y="60423"/>
                </a:lnTo>
                <a:close/>
                <a:moveTo>
                  <a:pt x="114132" y="93991"/>
                </a:moveTo>
                <a:lnTo>
                  <a:pt x="127559" y="93991"/>
                </a:lnTo>
                <a:cubicBezTo>
                  <a:pt x="131252" y="93991"/>
                  <a:pt x="134273" y="97012"/>
                  <a:pt x="134273" y="100705"/>
                </a:cubicBezTo>
                <a:lnTo>
                  <a:pt x="134273" y="114132"/>
                </a:lnTo>
                <a:cubicBezTo>
                  <a:pt x="134273" y="117825"/>
                  <a:pt x="131252" y="120846"/>
                  <a:pt x="127559" y="120846"/>
                </a:cubicBezTo>
                <a:lnTo>
                  <a:pt x="114132" y="120846"/>
                </a:lnTo>
                <a:cubicBezTo>
                  <a:pt x="110440" y="120846"/>
                  <a:pt x="107419" y="117825"/>
                  <a:pt x="107419" y="114132"/>
                </a:cubicBezTo>
                <a:lnTo>
                  <a:pt x="107419" y="100705"/>
                </a:lnTo>
                <a:cubicBezTo>
                  <a:pt x="107419" y="97012"/>
                  <a:pt x="110440" y="93991"/>
                  <a:pt x="114132" y="93991"/>
                </a:cubicBezTo>
                <a:close/>
                <a:moveTo>
                  <a:pt x="147700" y="60423"/>
                </a:moveTo>
                <a:cubicBezTo>
                  <a:pt x="147700" y="56730"/>
                  <a:pt x="150722" y="53709"/>
                  <a:pt x="154414" y="53709"/>
                </a:cubicBezTo>
                <a:lnTo>
                  <a:pt x="167841" y="53709"/>
                </a:lnTo>
                <a:cubicBezTo>
                  <a:pt x="171534" y="53709"/>
                  <a:pt x="174555" y="56730"/>
                  <a:pt x="174555" y="60423"/>
                </a:cubicBezTo>
                <a:lnTo>
                  <a:pt x="174555" y="73850"/>
                </a:lnTo>
                <a:cubicBezTo>
                  <a:pt x="174555" y="77543"/>
                  <a:pt x="171534" y="80564"/>
                  <a:pt x="167841" y="80564"/>
                </a:cubicBezTo>
                <a:lnTo>
                  <a:pt x="154414" y="80564"/>
                </a:lnTo>
                <a:cubicBezTo>
                  <a:pt x="150722" y="80564"/>
                  <a:pt x="147700" y="77543"/>
                  <a:pt x="147700" y="73850"/>
                </a:cubicBezTo>
                <a:lnTo>
                  <a:pt x="147700" y="60423"/>
                </a:lnTo>
                <a:close/>
                <a:moveTo>
                  <a:pt x="154414" y="93991"/>
                </a:moveTo>
                <a:lnTo>
                  <a:pt x="167841" y="93991"/>
                </a:lnTo>
                <a:cubicBezTo>
                  <a:pt x="171534" y="93991"/>
                  <a:pt x="174555" y="97012"/>
                  <a:pt x="174555" y="100705"/>
                </a:cubicBezTo>
                <a:lnTo>
                  <a:pt x="174555" y="114132"/>
                </a:lnTo>
                <a:cubicBezTo>
                  <a:pt x="174555" y="117825"/>
                  <a:pt x="171534" y="120846"/>
                  <a:pt x="167841" y="120846"/>
                </a:cubicBezTo>
                <a:lnTo>
                  <a:pt x="154414" y="120846"/>
                </a:lnTo>
                <a:cubicBezTo>
                  <a:pt x="150722" y="120846"/>
                  <a:pt x="147700" y="117825"/>
                  <a:pt x="147700" y="114132"/>
                </a:cubicBezTo>
                <a:lnTo>
                  <a:pt x="147700" y="100705"/>
                </a:lnTo>
                <a:cubicBezTo>
                  <a:pt x="147700" y="97012"/>
                  <a:pt x="150722" y="93991"/>
                  <a:pt x="154414" y="93991"/>
                </a:cubicBezTo>
                <a:close/>
                <a:moveTo>
                  <a:pt x="187982" y="60423"/>
                </a:moveTo>
                <a:cubicBezTo>
                  <a:pt x="187982" y="56730"/>
                  <a:pt x="191004" y="53709"/>
                  <a:pt x="194696" y="53709"/>
                </a:cubicBezTo>
                <a:lnTo>
                  <a:pt x="208123" y="53709"/>
                </a:lnTo>
                <a:cubicBezTo>
                  <a:pt x="211816" y="53709"/>
                  <a:pt x="214837" y="56730"/>
                  <a:pt x="214837" y="60423"/>
                </a:cubicBezTo>
                <a:lnTo>
                  <a:pt x="214837" y="73850"/>
                </a:lnTo>
                <a:cubicBezTo>
                  <a:pt x="214837" y="77543"/>
                  <a:pt x="211816" y="80564"/>
                  <a:pt x="208123" y="80564"/>
                </a:cubicBezTo>
                <a:lnTo>
                  <a:pt x="194696" y="80564"/>
                </a:lnTo>
                <a:cubicBezTo>
                  <a:pt x="191004" y="80564"/>
                  <a:pt x="187982" y="77543"/>
                  <a:pt x="187982" y="73850"/>
                </a:cubicBezTo>
                <a:lnTo>
                  <a:pt x="187982" y="60423"/>
                </a:lnTo>
                <a:close/>
                <a:moveTo>
                  <a:pt x="194696" y="93991"/>
                </a:moveTo>
                <a:lnTo>
                  <a:pt x="208123" y="93991"/>
                </a:lnTo>
                <a:cubicBezTo>
                  <a:pt x="211816" y="93991"/>
                  <a:pt x="214837" y="97012"/>
                  <a:pt x="214837" y="100705"/>
                </a:cubicBezTo>
                <a:lnTo>
                  <a:pt x="214837" y="114132"/>
                </a:lnTo>
                <a:cubicBezTo>
                  <a:pt x="214837" y="117825"/>
                  <a:pt x="211816" y="120846"/>
                  <a:pt x="208123" y="120846"/>
                </a:cubicBezTo>
                <a:lnTo>
                  <a:pt x="194696" y="120846"/>
                </a:lnTo>
                <a:cubicBezTo>
                  <a:pt x="191004" y="120846"/>
                  <a:pt x="187982" y="117825"/>
                  <a:pt x="187982" y="114132"/>
                </a:cubicBezTo>
                <a:lnTo>
                  <a:pt x="187982" y="100705"/>
                </a:lnTo>
                <a:cubicBezTo>
                  <a:pt x="187982" y="97012"/>
                  <a:pt x="191004" y="93991"/>
                  <a:pt x="194696" y="93991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894" y="2094661"/>
            <a:ext cx="244377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Teclado sin Foco Visible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9189" y="2595947"/>
            <a:ext cx="5344070" cy="358062"/>
          </a:xfrm>
          <a:custGeom>
            <a:avLst/>
            <a:gdLst/>
            <a:ahLst/>
            <a:cxnLst/>
            <a:rect l="l" t="t" r="r" b="b"/>
            <a:pathLst>
              <a:path w="5344070" h="358062">
                <a:moveTo>
                  <a:pt x="107419" y="0"/>
                </a:moveTo>
                <a:lnTo>
                  <a:pt x="5236652" y="0"/>
                </a:lnTo>
                <a:cubicBezTo>
                  <a:pt x="5295978" y="0"/>
                  <a:pt x="5344070" y="48093"/>
                  <a:pt x="5344070" y="107419"/>
                </a:cubicBezTo>
                <a:lnTo>
                  <a:pt x="5344070" y="250643"/>
                </a:lnTo>
                <a:cubicBezTo>
                  <a:pt x="5344070" y="309969"/>
                  <a:pt x="5295978" y="358062"/>
                  <a:pt x="5236652" y="358062"/>
                </a:cubicBezTo>
                <a:lnTo>
                  <a:pt x="107419" y="358062"/>
                </a:lnTo>
                <a:cubicBezTo>
                  <a:pt x="48093" y="358062"/>
                  <a:pt x="0" y="309969"/>
                  <a:pt x="0" y="250643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0317" y="270336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891921" y="2667559"/>
            <a:ext cx="48997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 por teclado imposible de seguir visualmente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7093" y="3101430"/>
            <a:ext cx="5326167" cy="680317"/>
          </a:xfrm>
          <a:custGeom>
            <a:avLst/>
            <a:gdLst/>
            <a:ahLst/>
            <a:cxnLst/>
            <a:rect l="l" t="t" r="r" b="b"/>
            <a:pathLst>
              <a:path w="5326167" h="680317">
                <a:moveTo>
                  <a:pt x="35806" y="0"/>
                </a:moveTo>
                <a:lnTo>
                  <a:pt x="5218752" y="0"/>
                </a:lnTo>
                <a:cubicBezTo>
                  <a:pt x="5278076" y="0"/>
                  <a:pt x="5326167" y="48091"/>
                  <a:pt x="5326167" y="107415"/>
                </a:cubicBezTo>
                <a:lnTo>
                  <a:pt x="5326167" y="572902"/>
                </a:lnTo>
                <a:cubicBezTo>
                  <a:pt x="5326167" y="632226"/>
                  <a:pt x="5278076" y="680317"/>
                  <a:pt x="5218752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537093" y="3101430"/>
            <a:ext cx="35806" cy="680317"/>
          </a:xfrm>
          <a:custGeom>
            <a:avLst/>
            <a:gdLst/>
            <a:ahLst/>
            <a:cxnLst/>
            <a:rect l="l" t="t" r="r" b="b"/>
            <a:pathLst>
              <a:path w="35806" h="680317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7"/>
          <p:cNvSpPr/>
          <p:nvPr/>
        </p:nvSpPr>
        <p:spPr>
          <a:xfrm>
            <a:off x="716123" y="3244654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927727" y="3208848"/>
            <a:ext cx="486392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220" y="3459491"/>
            <a:ext cx="50934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Implementar foco visible claro en todos los elementos interactivos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5445" y="1835066"/>
            <a:ext cx="5648423" cy="2094661"/>
          </a:xfrm>
          <a:custGeom>
            <a:avLst/>
            <a:gdLst/>
            <a:ahLst/>
            <a:cxnLst/>
            <a:rect l="l" t="t" r="r" b="b"/>
            <a:pathLst>
              <a:path w="5648423" h="2094661">
                <a:moveTo>
                  <a:pt x="143233" y="0"/>
                </a:moveTo>
                <a:lnTo>
                  <a:pt x="5505190" y="0"/>
                </a:lnTo>
                <a:cubicBezTo>
                  <a:pt x="5584295" y="0"/>
                  <a:pt x="5648423" y="64128"/>
                  <a:pt x="5648423" y="143233"/>
                </a:cubicBezTo>
                <a:lnTo>
                  <a:pt x="5648423" y="1951428"/>
                </a:lnTo>
                <a:cubicBezTo>
                  <a:pt x="5648423" y="2030533"/>
                  <a:pt x="5584295" y="2094661"/>
                  <a:pt x="5505190" y="2094661"/>
                </a:cubicBezTo>
                <a:lnTo>
                  <a:pt x="143233" y="2094661"/>
                </a:lnTo>
                <a:cubicBezTo>
                  <a:pt x="64128" y="2094661"/>
                  <a:pt x="0" y="2030533"/>
                  <a:pt x="0" y="1951428"/>
                </a:cubicBezTo>
                <a:lnTo>
                  <a:pt x="0" y="143233"/>
                </a:lnTo>
                <a:cubicBezTo>
                  <a:pt x="0" y="64128"/>
                  <a:pt x="64128" y="0"/>
                  <a:pt x="143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21" y="1987242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484273" y="2130467"/>
            <a:ext cx="187982" cy="214837"/>
          </a:xfrm>
          <a:custGeom>
            <a:avLst/>
            <a:gdLst/>
            <a:ahLst/>
            <a:cxnLst/>
            <a:rect l="l" t="t" r="r" b="b"/>
            <a:pathLst>
              <a:path w="187982" h="214837">
                <a:moveTo>
                  <a:pt x="26855" y="13427"/>
                </a:moveTo>
                <a:cubicBezTo>
                  <a:pt x="12043" y="13427"/>
                  <a:pt x="0" y="25470"/>
                  <a:pt x="0" y="40282"/>
                </a:cubicBezTo>
                <a:lnTo>
                  <a:pt x="0" y="174555"/>
                </a:lnTo>
                <a:cubicBezTo>
                  <a:pt x="0" y="189367"/>
                  <a:pt x="12043" y="201410"/>
                  <a:pt x="26855" y="201410"/>
                </a:cubicBezTo>
                <a:lnTo>
                  <a:pt x="161128" y="201410"/>
                </a:lnTo>
                <a:cubicBezTo>
                  <a:pt x="175940" y="201410"/>
                  <a:pt x="187982" y="189367"/>
                  <a:pt x="187982" y="174555"/>
                </a:cubicBezTo>
                <a:lnTo>
                  <a:pt x="187982" y="40282"/>
                </a:lnTo>
                <a:cubicBezTo>
                  <a:pt x="187982" y="25470"/>
                  <a:pt x="175940" y="13427"/>
                  <a:pt x="161128" y="13427"/>
                </a:cubicBezTo>
                <a:lnTo>
                  <a:pt x="26855" y="13427"/>
                </a:lnTo>
                <a:close/>
                <a:moveTo>
                  <a:pt x="53709" y="46996"/>
                </a:moveTo>
                <a:cubicBezTo>
                  <a:pt x="64825" y="46996"/>
                  <a:pt x="73850" y="56020"/>
                  <a:pt x="73850" y="67137"/>
                </a:cubicBezTo>
                <a:cubicBezTo>
                  <a:pt x="73850" y="78253"/>
                  <a:pt x="64825" y="87278"/>
                  <a:pt x="53709" y="87278"/>
                </a:cubicBezTo>
                <a:cubicBezTo>
                  <a:pt x="42593" y="87278"/>
                  <a:pt x="33568" y="78253"/>
                  <a:pt x="33568" y="67137"/>
                </a:cubicBezTo>
                <a:cubicBezTo>
                  <a:pt x="33568" y="56020"/>
                  <a:pt x="42593" y="46996"/>
                  <a:pt x="53709" y="46996"/>
                </a:cubicBezTo>
                <a:close/>
                <a:moveTo>
                  <a:pt x="114132" y="93991"/>
                </a:moveTo>
                <a:cubicBezTo>
                  <a:pt x="117657" y="93991"/>
                  <a:pt x="120888" y="95837"/>
                  <a:pt x="122734" y="98817"/>
                </a:cubicBezTo>
                <a:lnTo>
                  <a:pt x="159659" y="159240"/>
                </a:lnTo>
                <a:cubicBezTo>
                  <a:pt x="161547" y="162345"/>
                  <a:pt x="161631" y="166247"/>
                  <a:pt x="159869" y="169436"/>
                </a:cubicBezTo>
                <a:cubicBezTo>
                  <a:pt x="158107" y="172625"/>
                  <a:pt x="154708" y="174555"/>
                  <a:pt x="151057" y="174555"/>
                </a:cubicBezTo>
                <a:lnTo>
                  <a:pt x="36925" y="174555"/>
                </a:lnTo>
                <a:cubicBezTo>
                  <a:pt x="33191" y="174555"/>
                  <a:pt x="29708" y="172457"/>
                  <a:pt x="27988" y="169142"/>
                </a:cubicBezTo>
                <a:cubicBezTo>
                  <a:pt x="26267" y="165827"/>
                  <a:pt x="26519" y="161799"/>
                  <a:pt x="28659" y="158736"/>
                </a:cubicBezTo>
                <a:lnTo>
                  <a:pt x="52157" y="125168"/>
                </a:lnTo>
                <a:cubicBezTo>
                  <a:pt x="54045" y="122482"/>
                  <a:pt x="57108" y="120888"/>
                  <a:pt x="60423" y="120888"/>
                </a:cubicBezTo>
                <a:cubicBezTo>
                  <a:pt x="63738" y="120888"/>
                  <a:pt x="66801" y="122482"/>
                  <a:pt x="68689" y="125168"/>
                </a:cubicBezTo>
                <a:lnTo>
                  <a:pt x="79767" y="141029"/>
                </a:lnTo>
                <a:lnTo>
                  <a:pt x="105530" y="98859"/>
                </a:lnTo>
                <a:cubicBezTo>
                  <a:pt x="107377" y="95879"/>
                  <a:pt x="110607" y="94033"/>
                  <a:pt x="114132" y="94033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36326" y="2094661"/>
            <a:ext cx="17186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Imágenes sin Alt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7621" y="2595947"/>
            <a:ext cx="5344070" cy="358062"/>
          </a:xfrm>
          <a:custGeom>
            <a:avLst/>
            <a:gdLst/>
            <a:ahLst/>
            <a:cxnLst/>
            <a:rect l="l" t="t" r="r" b="b"/>
            <a:pathLst>
              <a:path w="5344070" h="358062">
                <a:moveTo>
                  <a:pt x="107419" y="0"/>
                </a:moveTo>
                <a:lnTo>
                  <a:pt x="5236652" y="0"/>
                </a:lnTo>
                <a:cubicBezTo>
                  <a:pt x="5295978" y="0"/>
                  <a:pt x="5344070" y="48093"/>
                  <a:pt x="5344070" y="107419"/>
                </a:cubicBezTo>
                <a:lnTo>
                  <a:pt x="5344070" y="250643"/>
                </a:lnTo>
                <a:cubicBezTo>
                  <a:pt x="5344070" y="309969"/>
                  <a:pt x="5295978" y="358062"/>
                  <a:pt x="5236652" y="358062"/>
                </a:cubicBezTo>
                <a:lnTo>
                  <a:pt x="107419" y="358062"/>
                </a:lnTo>
                <a:cubicBezTo>
                  <a:pt x="48093" y="358062"/>
                  <a:pt x="0" y="309969"/>
                  <a:pt x="0" y="250643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88749" y="270336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6700352" y="2667559"/>
            <a:ext cx="48997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 visual no accesible para lectores de pantalla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5524" y="3101430"/>
            <a:ext cx="5326167" cy="680317"/>
          </a:xfrm>
          <a:custGeom>
            <a:avLst/>
            <a:gdLst/>
            <a:ahLst/>
            <a:cxnLst/>
            <a:rect l="l" t="t" r="r" b="b"/>
            <a:pathLst>
              <a:path w="5326167" h="680317">
                <a:moveTo>
                  <a:pt x="35806" y="0"/>
                </a:moveTo>
                <a:lnTo>
                  <a:pt x="5218752" y="0"/>
                </a:lnTo>
                <a:cubicBezTo>
                  <a:pt x="5278076" y="0"/>
                  <a:pt x="5326167" y="48091"/>
                  <a:pt x="5326167" y="107415"/>
                </a:cubicBezTo>
                <a:lnTo>
                  <a:pt x="5326167" y="572902"/>
                </a:lnTo>
                <a:cubicBezTo>
                  <a:pt x="5326167" y="632226"/>
                  <a:pt x="5278076" y="680317"/>
                  <a:pt x="5218752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345524" y="3101430"/>
            <a:ext cx="35806" cy="680317"/>
          </a:xfrm>
          <a:custGeom>
            <a:avLst/>
            <a:gdLst/>
            <a:ahLst/>
            <a:cxnLst/>
            <a:rect l="l" t="t" r="r" b="b"/>
            <a:pathLst>
              <a:path w="35806" h="680317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4555" y="3244654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2" name="Text 30"/>
          <p:cNvSpPr/>
          <p:nvPr/>
        </p:nvSpPr>
        <p:spPr>
          <a:xfrm>
            <a:off x="6736158" y="3208848"/>
            <a:ext cx="486392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6652" y="3459491"/>
            <a:ext cx="50934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Añadir texto alternativo descriptivo; usar aria-hidden para decorativas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7013" y="4095051"/>
            <a:ext cx="5648423" cy="2094661"/>
          </a:xfrm>
          <a:custGeom>
            <a:avLst/>
            <a:gdLst/>
            <a:ahLst/>
            <a:cxnLst/>
            <a:rect l="l" t="t" r="r" b="b"/>
            <a:pathLst>
              <a:path w="5648423" h="2094661">
                <a:moveTo>
                  <a:pt x="143233" y="0"/>
                </a:moveTo>
                <a:lnTo>
                  <a:pt x="5505190" y="0"/>
                </a:lnTo>
                <a:cubicBezTo>
                  <a:pt x="5584295" y="0"/>
                  <a:pt x="5648423" y="64128"/>
                  <a:pt x="5648423" y="143233"/>
                </a:cubicBezTo>
                <a:lnTo>
                  <a:pt x="5648423" y="1951428"/>
                </a:lnTo>
                <a:cubicBezTo>
                  <a:pt x="5648423" y="2030533"/>
                  <a:pt x="5584295" y="2094661"/>
                  <a:pt x="5505190" y="2094661"/>
                </a:cubicBezTo>
                <a:lnTo>
                  <a:pt x="143233" y="2094661"/>
                </a:lnTo>
                <a:cubicBezTo>
                  <a:pt x="64128" y="2094661"/>
                  <a:pt x="0" y="2030533"/>
                  <a:pt x="0" y="1951428"/>
                </a:cubicBezTo>
                <a:lnTo>
                  <a:pt x="0" y="143233"/>
                </a:lnTo>
                <a:cubicBezTo>
                  <a:pt x="0" y="64128"/>
                  <a:pt x="64128" y="0"/>
                  <a:pt x="143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9189" y="4247227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62414" y="4390452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97885" y="9105"/>
                </a:moveTo>
                <a:cubicBezTo>
                  <a:pt x="188696" y="-84"/>
                  <a:pt x="173842" y="-84"/>
                  <a:pt x="164652" y="9105"/>
                </a:cubicBezTo>
                <a:lnTo>
                  <a:pt x="154414" y="19344"/>
                </a:lnTo>
                <a:lnTo>
                  <a:pt x="195493" y="60423"/>
                </a:lnTo>
                <a:lnTo>
                  <a:pt x="205732" y="50185"/>
                </a:lnTo>
                <a:cubicBezTo>
                  <a:pt x="214921" y="40995"/>
                  <a:pt x="214921" y="26141"/>
                  <a:pt x="205732" y="16952"/>
                </a:cubicBezTo>
                <a:lnTo>
                  <a:pt x="197885" y="9105"/>
                </a:lnTo>
                <a:close/>
                <a:moveTo>
                  <a:pt x="72340" y="101418"/>
                </a:moveTo>
                <a:cubicBezTo>
                  <a:pt x="69780" y="103978"/>
                  <a:pt x="67808" y="107125"/>
                  <a:pt x="66675" y="110607"/>
                </a:cubicBezTo>
                <a:lnTo>
                  <a:pt x="54255" y="147868"/>
                </a:lnTo>
                <a:cubicBezTo>
                  <a:pt x="53038" y="151477"/>
                  <a:pt x="54003" y="155463"/>
                  <a:pt x="56688" y="158191"/>
                </a:cubicBezTo>
                <a:cubicBezTo>
                  <a:pt x="59374" y="160918"/>
                  <a:pt x="63360" y="161841"/>
                  <a:pt x="67011" y="160624"/>
                </a:cubicBezTo>
                <a:lnTo>
                  <a:pt x="104271" y="148204"/>
                </a:lnTo>
                <a:cubicBezTo>
                  <a:pt x="107712" y="147071"/>
                  <a:pt x="110859" y="145099"/>
                  <a:pt x="113461" y="142539"/>
                </a:cubicBezTo>
                <a:lnTo>
                  <a:pt x="181269" y="74647"/>
                </a:lnTo>
                <a:lnTo>
                  <a:pt x="140190" y="33568"/>
                </a:lnTo>
                <a:lnTo>
                  <a:pt x="72340" y="101418"/>
                </a:lnTo>
                <a:close/>
                <a:moveTo>
                  <a:pt x="40282" y="26855"/>
                </a:moveTo>
                <a:cubicBezTo>
                  <a:pt x="18043" y="26855"/>
                  <a:pt x="0" y="44898"/>
                  <a:pt x="0" y="67137"/>
                </a:cubicBezTo>
                <a:lnTo>
                  <a:pt x="0" y="174555"/>
                </a:lnTo>
                <a:cubicBezTo>
                  <a:pt x="0" y="196794"/>
                  <a:pt x="18043" y="214837"/>
                  <a:pt x="40282" y="214837"/>
                </a:cubicBezTo>
                <a:lnTo>
                  <a:pt x="147700" y="214837"/>
                </a:lnTo>
                <a:cubicBezTo>
                  <a:pt x="169939" y="214837"/>
                  <a:pt x="187982" y="196794"/>
                  <a:pt x="187982" y="174555"/>
                </a:cubicBezTo>
                <a:lnTo>
                  <a:pt x="187982" y="134273"/>
                </a:lnTo>
                <a:cubicBezTo>
                  <a:pt x="187982" y="126846"/>
                  <a:pt x="181982" y="120846"/>
                  <a:pt x="174555" y="120846"/>
                </a:cubicBezTo>
                <a:cubicBezTo>
                  <a:pt x="167128" y="120846"/>
                  <a:pt x="161128" y="126846"/>
                  <a:pt x="161128" y="134273"/>
                </a:cubicBezTo>
                <a:lnTo>
                  <a:pt x="161128" y="174555"/>
                </a:lnTo>
                <a:cubicBezTo>
                  <a:pt x="161128" y="181982"/>
                  <a:pt x="155127" y="187982"/>
                  <a:pt x="147700" y="187982"/>
                </a:cubicBezTo>
                <a:lnTo>
                  <a:pt x="40282" y="187982"/>
                </a:lnTo>
                <a:cubicBezTo>
                  <a:pt x="32855" y="187982"/>
                  <a:pt x="26855" y="181982"/>
                  <a:pt x="26855" y="174555"/>
                </a:cubicBezTo>
                <a:lnTo>
                  <a:pt x="26855" y="67137"/>
                </a:lnTo>
                <a:cubicBezTo>
                  <a:pt x="26855" y="59710"/>
                  <a:pt x="32855" y="53709"/>
                  <a:pt x="40282" y="53709"/>
                </a:cubicBezTo>
                <a:lnTo>
                  <a:pt x="80564" y="53709"/>
                </a:lnTo>
                <a:cubicBezTo>
                  <a:pt x="87991" y="53709"/>
                  <a:pt x="93991" y="47709"/>
                  <a:pt x="93991" y="40282"/>
                </a:cubicBezTo>
                <a:cubicBezTo>
                  <a:pt x="93991" y="32855"/>
                  <a:pt x="87991" y="26855"/>
                  <a:pt x="80564" y="26855"/>
                </a:cubicBezTo>
                <a:lnTo>
                  <a:pt x="40282" y="26855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1127894" y="4354645"/>
            <a:ext cx="25869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Formularios sin Etiquetas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9189" y="4855932"/>
            <a:ext cx="5344070" cy="358062"/>
          </a:xfrm>
          <a:custGeom>
            <a:avLst/>
            <a:gdLst/>
            <a:ahLst/>
            <a:cxnLst/>
            <a:rect l="l" t="t" r="r" b="b"/>
            <a:pathLst>
              <a:path w="5344070" h="358062">
                <a:moveTo>
                  <a:pt x="107419" y="0"/>
                </a:moveTo>
                <a:lnTo>
                  <a:pt x="5236652" y="0"/>
                </a:lnTo>
                <a:cubicBezTo>
                  <a:pt x="5295978" y="0"/>
                  <a:pt x="5344070" y="48093"/>
                  <a:pt x="5344070" y="107419"/>
                </a:cubicBezTo>
                <a:lnTo>
                  <a:pt x="5344070" y="250643"/>
                </a:lnTo>
                <a:cubicBezTo>
                  <a:pt x="5344070" y="309969"/>
                  <a:pt x="5295978" y="358062"/>
                  <a:pt x="5236652" y="358062"/>
                </a:cubicBezTo>
                <a:lnTo>
                  <a:pt x="107419" y="358062"/>
                </a:lnTo>
                <a:cubicBezTo>
                  <a:pt x="48093" y="358062"/>
                  <a:pt x="0" y="309969"/>
                  <a:pt x="0" y="250643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FFE66D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0317" y="496335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0" name="Text 38"/>
          <p:cNvSpPr/>
          <p:nvPr/>
        </p:nvSpPr>
        <p:spPr>
          <a:xfrm>
            <a:off x="891921" y="4927544"/>
            <a:ext cx="48997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Campos de formulario no identificables por tecnologías de asistencia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7093" y="5361414"/>
            <a:ext cx="5326167" cy="680317"/>
          </a:xfrm>
          <a:custGeom>
            <a:avLst/>
            <a:gdLst/>
            <a:ahLst/>
            <a:cxnLst/>
            <a:rect l="l" t="t" r="r" b="b"/>
            <a:pathLst>
              <a:path w="5326167" h="680317">
                <a:moveTo>
                  <a:pt x="35806" y="0"/>
                </a:moveTo>
                <a:lnTo>
                  <a:pt x="5218752" y="0"/>
                </a:lnTo>
                <a:cubicBezTo>
                  <a:pt x="5278076" y="0"/>
                  <a:pt x="5326167" y="48091"/>
                  <a:pt x="5326167" y="107415"/>
                </a:cubicBezTo>
                <a:lnTo>
                  <a:pt x="5326167" y="572902"/>
                </a:lnTo>
                <a:cubicBezTo>
                  <a:pt x="5326167" y="632226"/>
                  <a:pt x="5278076" y="680317"/>
                  <a:pt x="5218752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537093" y="5361414"/>
            <a:ext cx="35806" cy="680317"/>
          </a:xfrm>
          <a:custGeom>
            <a:avLst/>
            <a:gdLst/>
            <a:ahLst/>
            <a:cxnLst/>
            <a:rect l="l" t="t" r="r" b="b"/>
            <a:pathLst>
              <a:path w="35806" h="680317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716123" y="550463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4" name="Text 42"/>
          <p:cNvSpPr/>
          <p:nvPr/>
        </p:nvSpPr>
        <p:spPr>
          <a:xfrm>
            <a:off x="927727" y="5468833"/>
            <a:ext cx="486392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8220" y="5719476"/>
            <a:ext cx="50934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Asociar cada input con label; mensajes de error comprensibles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5445" y="4095051"/>
            <a:ext cx="5648423" cy="2094661"/>
          </a:xfrm>
          <a:custGeom>
            <a:avLst/>
            <a:gdLst/>
            <a:ahLst/>
            <a:cxnLst/>
            <a:rect l="l" t="t" r="r" b="b"/>
            <a:pathLst>
              <a:path w="5648423" h="2094661">
                <a:moveTo>
                  <a:pt x="143233" y="0"/>
                </a:moveTo>
                <a:lnTo>
                  <a:pt x="5505190" y="0"/>
                </a:lnTo>
                <a:cubicBezTo>
                  <a:pt x="5584295" y="0"/>
                  <a:pt x="5648423" y="64128"/>
                  <a:pt x="5648423" y="143233"/>
                </a:cubicBezTo>
                <a:lnTo>
                  <a:pt x="5648423" y="1951428"/>
                </a:lnTo>
                <a:cubicBezTo>
                  <a:pt x="5648423" y="2030533"/>
                  <a:pt x="5584295" y="2094661"/>
                  <a:pt x="5505190" y="2094661"/>
                </a:cubicBezTo>
                <a:lnTo>
                  <a:pt x="143233" y="2094661"/>
                </a:lnTo>
                <a:cubicBezTo>
                  <a:pt x="64128" y="2094661"/>
                  <a:pt x="0" y="2030533"/>
                  <a:pt x="0" y="1951428"/>
                </a:cubicBezTo>
                <a:lnTo>
                  <a:pt x="0" y="143233"/>
                </a:lnTo>
                <a:cubicBezTo>
                  <a:pt x="0" y="64128"/>
                  <a:pt x="64128" y="0"/>
                  <a:pt x="143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21" y="4247227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470846" y="4390452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87982" y="107419"/>
                </a:moveTo>
                <a:cubicBezTo>
                  <a:pt x="187982" y="62941"/>
                  <a:pt x="151896" y="26855"/>
                  <a:pt x="107419" y="26855"/>
                </a:cubicBezTo>
                <a:lnTo>
                  <a:pt x="107419" y="187982"/>
                </a:lnTo>
                <a:cubicBezTo>
                  <a:pt x="151896" y="187982"/>
                  <a:pt x="187982" y="151896"/>
                  <a:pt x="187982" y="107419"/>
                </a:cubicBezTo>
                <a:close/>
                <a:moveTo>
                  <a:pt x="0" y="107419"/>
                </a:moveTo>
                <a:cubicBezTo>
                  <a:pt x="0" y="48133"/>
                  <a:pt x="48133" y="0"/>
                  <a:pt x="107419" y="0"/>
                </a:cubicBezTo>
                <a:cubicBezTo>
                  <a:pt x="166704" y="0"/>
                  <a:pt x="214837" y="48133"/>
                  <a:pt x="214837" y="107419"/>
                </a:cubicBezTo>
                <a:cubicBezTo>
                  <a:pt x="214837" y="166704"/>
                  <a:pt x="166704" y="214837"/>
                  <a:pt x="107419" y="214837"/>
                </a:cubicBezTo>
                <a:cubicBezTo>
                  <a:pt x="48133" y="214837"/>
                  <a:pt x="0" y="166704"/>
                  <a:pt x="0" y="10741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6936326" y="4354645"/>
            <a:ext cx="229159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Contraste Insuficiente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7621" y="4855932"/>
            <a:ext cx="5344070" cy="358062"/>
          </a:xfrm>
          <a:custGeom>
            <a:avLst/>
            <a:gdLst/>
            <a:ahLst/>
            <a:cxnLst/>
            <a:rect l="l" t="t" r="r" b="b"/>
            <a:pathLst>
              <a:path w="5344070" h="358062">
                <a:moveTo>
                  <a:pt x="107419" y="0"/>
                </a:moveTo>
                <a:lnTo>
                  <a:pt x="5236652" y="0"/>
                </a:lnTo>
                <a:cubicBezTo>
                  <a:pt x="5295978" y="0"/>
                  <a:pt x="5344070" y="48093"/>
                  <a:pt x="5344070" y="107419"/>
                </a:cubicBezTo>
                <a:lnTo>
                  <a:pt x="5344070" y="250643"/>
                </a:lnTo>
                <a:cubicBezTo>
                  <a:pt x="5344070" y="309969"/>
                  <a:pt x="5295978" y="358062"/>
                  <a:pt x="5236652" y="358062"/>
                </a:cubicBezTo>
                <a:lnTo>
                  <a:pt x="107419" y="358062"/>
                </a:lnTo>
                <a:cubicBezTo>
                  <a:pt x="48093" y="358062"/>
                  <a:pt x="0" y="309969"/>
                  <a:pt x="0" y="250643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88749" y="496335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6700352" y="4927544"/>
            <a:ext cx="48997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difícil de leer para usuarios con baja visión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5524" y="5361414"/>
            <a:ext cx="5326167" cy="680317"/>
          </a:xfrm>
          <a:custGeom>
            <a:avLst/>
            <a:gdLst/>
            <a:ahLst/>
            <a:cxnLst/>
            <a:rect l="l" t="t" r="r" b="b"/>
            <a:pathLst>
              <a:path w="5326167" h="680317">
                <a:moveTo>
                  <a:pt x="35806" y="0"/>
                </a:moveTo>
                <a:lnTo>
                  <a:pt x="5218752" y="0"/>
                </a:lnTo>
                <a:cubicBezTo>
                  <a:pt x="5278076" y="0"/>
                  <a:pt x="5326167" y="48091"/>
                  <a:pt x="5326167" y="107415"/>
                </a:cubicBezTo>
                <a:lnTo>
                  <a:pt x="5326167" y="572902"/>
                </a:lnTo>
                <a:cubicBezTo>
                  <a:pt x="5326167" y="632226"/>
                  <a:pt x="5278076" y="680317"/>
                  <a:pt x="5218752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6345524" y="5361414"/>
            <a:ext cx="35806" cy="680317"/>
          </a:xfrm>
          <a:custGeom>
            <a:avLst/>
            <a:gdLst/>
            <a:ahLst/>
            <a:cxnLst/>
            <a:rect l="l" t="t" r="r" b="b"/>
            <a:pathLst>
              <a:path w="35806" h="680317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" name="Shape 53"/>
          <p:cNvSpPr/>
          <p:nvPr/>
        </p:nvSpPr>
        <p:spPr>
          <a:xfrm>
            <a:off x="6524555" y="550463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6" name="Text 54"/>
          <p:cNvSpPr/>
          <p:nvPr/>
        </p:nvSpPr>
        <p:spPr>
          <a:xfrm>
            <a:off x="6736158" y="5468833"/>
            <a:ext cx="486392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06652" y="5719476"/>
            <a:ext cx="509342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Validar ratios de contraste; aspirar a nivel AA (4.5:1) o AAA (7:1)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2537" y="6278947"/>
            <a:ext cx="11466925" cy="653463"/>
          </a:xfrm>
          <a:custGeom>
            <a:avLst/>
            <a:gdLst/>
            <a:ahLst/>
            <a:cxnLst/>
            <a:rect l="l" t="t" r="r" b="b"/>
            <a:pathLst>
              <a:path w="11466925" h="653463">
                <a:moveTo>
                  <a:pt x="143226" y="0"/>
                </a:moveTo>
                <a:lnTo>
                  <a:pt x="11323699" y="0"/>
                </a:lnTo>
                <a:cubicBezTo>
                  <a:pt x="11402801" y="0"/>
                  <a:pt x="11466925" y="64124"/>
                  <a:pt x="11466925" y="143226"/>
                </a:cubicBezTo>
                <a:lnTo>
                  <a:pt x="11466925" y="510237"/>
                </a:lnTo>
                <a:cubicBezTo>
                  <a:pt x="11466925" y="589338"/>
                  <a:pt x="11402801" y="653463"/>
                  <a:pt x="11323699" y="653463"/>
                </a:cubicBezTo>
                <a:lnTo>
                  <a:pt x="143226" y="653463"/>
                </a:lnTo>
                <a:cubicBezTo>
                  <a:pt x="64124" y="653463"/>
                  <a:pt x="0" y="589338"/>
                  <a:pt x="0" y="510237"/>
                </a:cubicBezTo>
                <a:lnTo>
                  <a:pt x="0" y="143226"/>
                </a:lnTo>
                <a:cubicBezTo>
                  <a:pt x="0" y="64124"/>
                  <a:pt x="64124" y="0"/>
                  <a:pt x="1432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4432" y="6390841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107419" y="0"/>
                </a:moveTo>
                <a:lnTo>
                  <a:pt x="322256" y="0"/>
                </a:lnTo>
                <a:cubicBezTo>
                  <a:pt x="381581" y="0"/>
                  <a:pt x="429674" y="48093"/>
                  <a:pt x="429674" y="107419"/>
                </a:cubicBezTo>
                <a:lnTo>
                  <a:pt x="429674" y="322256"/>
                </a:lnTo>
                <a:cubicBezTo>
                  <a:pt x="429674" y="381581"/>
                  <a:pt x="381581" y="429674"/>
                  <a:pt x="322256" y="429674"/>
                </a:cubicBezTo>
                <a:lnTo>
                  <a:pt x="107419" y="429674"/>
                </a:lnTo>
                <a:cubicBezTo>
                  <a:pt x="48093" y="429674"/>
                  <a:pt x="0" y="381581"/>
                  <a:pt x="0" y="322256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622132" y="6516163"/>
            <a:ext cx="134273" cy="179031"/>
          </a:xfrm>
          <a:custGeom>
            <a:avLst/>
            <a:gdLst/>
            <a:ahLst/>
            <a:cxnLst/>
            <a:rect l="l" t="t" r="r" b="b"/>
            <a:pathLst>
              <a:path w="134273" h="179031">
                <a:moveTo>
                  <a:pt x="108887" y="11189"/>
                </a:moveTo>
                <a:lnTo>
                  <a:pt x="111894" y="11189"/>
                </a:lnTo>
                <a:cubicBezTo>
                  <a:pt x="124238" y="11189"/>
                  <a:pt x="134273" y="21225"/>
                  <a:pt x="134273" y="33568"/>
                </a:cubicBezTo>
                <a:lnTo>
                  <a:pt x="134273" y="156652"/>
                </a:lnTo>
                <a:cubicBezTo>
                  <a:pt x="134273" y="168995"/>
                  <a:pt x="124238" y="179031"/>
                  <a:pt x="111894" y="179031"/>
                </a:cubicBezTo>
                <a:lnTo>
                  <a:pt x="22379" y="179031"/>
                </a:lnTo>
                <a:cubicBezTo>
                  <a:pt x="10036" y="179031"/>
                  <a:pt x="0" y="168995"/>
                  <a:pt x="0" y="156652"/>
                </a:cubicBezTo>
                <a:lnTo>
                  <a:pt x="0" y="33568"/>
                </a:lnTo>
                <a:cubicBezTo>
                  <a:pt x="0" y="21225"/>
                  <a:pt x="10036" y="11189"/>
                  <a:pt x="22379" y="11189"/>
                </a:cubicBezTo>
                <a:lnTo>
                  <a:pt x="25386" y="11189"/>
                </a:lnTo>
                <a:cubicBezTo>
                  <a:pt x="29232" y="4511"/>
                  <a:pt x="36471" y="0"/>
                  <a:pt x="44758" y="0"/>
                </a:cubicBezTo>
                <a:lnTo>
                  <a:pt x="89515" y="0"/>
                </a:lnTo>
                <a:cubicBezTo>
                  <a:pt x="97803" y="0"/>
                  <a:pt x="105041" y="4511"/>
                  <a:pt x="108887" y="11189"/>
                </a:cubicBezTo>
                <a:close/>
                <a:moveTo>
                  <a:pt x="86718" y="39163"/>
                </a:moveTo>
                <a:cubicBezTo>
                  <a:pt x="91369" y="39163"/>
                  <a:pt x="95110" y="35422"/>
                  <a:pt x="95110" y="30771"/>
                </a:cubicBezTo>
                <a:cubicBezTo>
                  <a:pt x="95110" y="26120"/>
                  <a:pt x="91369" y="22379"/>
                  <a:pt x="86718" y="22379"/>
                </a:cubicBezTo>
                <a:lnTo>
                  <a:pt x="47555" y="22379"/>
                </a:lnTo>
                <a:cubicBezTo>
                  <a:pt x="42904" y="22379"/>
                  <a:pt x="39163" y="26120"/>
                  <a:pt x="39163" y="30771"/>
                </a:cubicBezTo>
                <a:cubicBezTo>
                  <a:pt x="39163" y="35422"/>
                  <a:pt x="42904" y="39163"/>
                  <a:pt x="47555" y="39163"/>
                </a:cubicBezTo>
                <a:lnTo>
                  <a:pt x="86718" y="39163"/>
                </a:lnTo>
                <a:close/>
                <a:moveTo>
                  <a:pt x="96649" y="91159"/>
                </a:moveTo>
                <a:cubicBezTo>
                  <a:pt x="99096" y="87243"/>
                  <a:pt x="97907" y="82067"/>
                  <a:pt x="93991" y="79585"/>
                </a:cubicBezTo>
                <a:cubicBezTo>
                  <a:pt x="90075" y="77102"/>
                  <a:pt x="84900" y="78326"/>
                  <a:pt x="82417" y="82242"/>
                </a:cubicBezTo>
                <a:lnTo>
                  <a:pt x="60947" y="116615"/>
                </a:lnTo>
                <a:lnTo>
                  <a:pt x="51506" y="104027"/>
                </a:lnTo>
                <a:cubicBezTo>
                  <a:pt x="48709" y="100320"/>
                  <a:pt x="43464" y="99551"/>
                  <a:pt x="39757" y="102348"/>
                </a:cubicBezTo>
                <a:cubicBezTo>
                  <a:pt x="36051" y="105146"/>
                  <a:pt x="35282" y="110391"/>
                  <a:pt x="38079" y="114097"/>
                </a:cubicBezTo>
                <a:lnTo>
                  <a:pt x="54863" y="136476"/>
                </a:lnTo>
                <a:cubicBezTo>
                  <a:pt x="56507" y="138679"/>
                  <a:pt x="59164" y="139938"/>
                  <a:pt x="61926" y="139833"/>
                </a:cubicBezTo>
                <a:cubicBezTo>
                  <a:pt x="64689" y="139728"/>
                  <a:pt x="67206" y="138259"/>
                  <a:pt x="68675" y="135882"/>
                </a:cubicBezTo>
                <a:lnTo>
                  <a:pt x="96649" y="91124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61" name="Text 59"/>
          <p:cNvSpPr/>
          <p:nvPr/>
        </p:nvSpPr>
        <p:spPr>
          <a:xfrm>
            <a:off x="1047330" y="6480357"/>
            <a:ext cx="831598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Práctica recomendada:</a:t>
            </a:r>
            <a:pPr>
              <a:lnSpc>
                <a:spcPct val="130000"/>
              </a:lnSpc>
            </a:pPr>
            <a:r>
              <a:rPr lang="en-US" sz="1269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Realizar "pasadas" rápidas de revisión (teclado, zoom, contraste) y pruebas con usuarios reales.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rect l="l" t="t" r="r" b="b"/>
            <a:pathLst>
              <a:path w="7620000" h="7620000">
                <a:moveTo>
                  <a:pt x="3810000" y="0"/>
                </a:moveTo>
                <a:lnTo>
                  <a:pt x="3810000" y="0"/>
                </a:lnTo>
                <a:cubicBezTo>
                  <a:pt x="5912796" y="0"/>
                  <a:pt x="7620000" y="1707204"/>
                  <a:pt x="7620000" y="3810000"/>
                </a:cubicBezTo>
                <a:lnTo>
                  <a:pt x="7620000" y="3810000"/>
                </a:lnTo>
                <a:cubicBezTo>
                  <a:pt x="7620000" y="5912796"/>
                  <a:pt x="5912796" y="7620000"/>
                  <a:pt x="3810000" y="7620000"/>
                </a:cubicBezTo>
                <a:lnTo>
                  <a:pt x="3810000" y="7620000"/>
                </a:lnTo>
                <a:cubicBezTo>
                  <a:pt x="1707204" y="7620000"/>
                  <a:pt x="0" y="5912796"/>
                  <a:pt x="0" y="3810000"/>
                </a:cubicBezTo>
                <a:lnTo>
                  <a:pt x="0" y="3810000"/>
                </a:lnTo>
                <a:cubicBezTo>
                  <a:pt x="0" y="1707204"/>
                  <a:pt x="1707204" y="0"/>
                  <a:pt x="3810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0000"/>
                </a:srgbClr>
              </a:gs>
              <a:gs pos="50000">
                <a:srgbClr val="4ECDC4">
                  <a:alpha val="10000"/>
                </a:srgbClr>
              </a:gs>
              <a:gs pos="100000">
                <a:srgbClr val="FFE66D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 rot="720000">
            <a:off x="10616161" y="3291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48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381000"/>
            <a:ext cx="561975" cy="381000"/>
          </a:xfrm>
          <a:custGeom>
            <a:avLst/>
            <a:gdLst/>
            <a:ahLst/>
            <a:cxnLst/>
            <a:rect l="l" t="t" r="r" b="b"/>
            <a:pathLst>
              <a:path w="561975" h="381000">
                <a:moveTo>
                  <a:pt x="190500" y="0"/>
                </a:moveTo>
                <a:lnTo>
                  <a:pt x="371475" y="0"/>
                </a:lnTo>
                <a:cubicBezTo>
                  <a:pt x="476615" y="0"/>
                  <a:pt x="561975" y="85360"/>
                  <a:pt x="561975" y="190500"/>
                </a:cubicBezTo>
                <a:lnTo>
                  <a:pt x="561975" y="190500"/>
                </a:lnTo>
                <a:cubicBezTo>
                  <a:pt x="561975" y="295640"/>
                  <a:pt x="476615" y="381000"/>
                  <a:pt x="3714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71500" y="485775"/>
            <a:ext cx="260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Relación Usabilidad-Accesibilidad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409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Cómo se Complementan UX y A11y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828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90525" y="1952625"/>
            <a:ext cx="4457700" cy="4591050"/>
          </a:xfrm>
          <a:custGeom>
            <a:avLst/>
            <a:gdLst/>
            <a:ahLst/>
            <a:cxnLst/>
            <a:rect l="l" t="t" r="r" b="b"/>
            <a:pathLst>
              <a:path w="4457700" h="4591050">
                <a:moveTo>
                  <a:pt x="228591" y="0"/>
                </a:moveTo>
                <a:lnTo>
                  <a:pt x="4229109" y="0"/>
                </a:lnTo>
                <a:cubicBezTo>
                  <a:pt x="4355272" y="0"/>
                  <a:pt x="4457700" y="102428"/>
                  <a:pt x="4457700" y="228591"/>
                </a:cubicBezTo>
                <a:lnTo>
                  <a:pt x="4457700" y="4362459"/>
                </a:lnTo>
                <a:cubicBezTo>
                  <a:pt x="4457700" y="4488622"/>
                  <a:pt x="4355272" y="4591050"/>
                  <a:pt x="4229109" y="4591050"/>
                </a:cubicBezTo>
                <a:lnTo>
                  <a:pt x="228591" y="4591050"/>
                </a:lnTo>
                <a:cubicBezTo>
                  <a:pt x="102428" y="4591050"/>
                  <a:pt x="0" y="4488622"/>
                  <a:pt x="0" y="4362459"/>
                </a:cubicBezTo>
                <a:lnTo>
                  <a:pt x="0" y="228591"/>
                </a:lnTo>
                <a:cubicBezTo>
                  <a:pt x="0" y="102428"/>
                  <a:pt x="102428" y="0"/>
                  <a:pt x="2285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5000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161" y="29765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5000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2428280" y="31861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19113" y="3890962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Filosofía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4500563"/>
            <a:ext cx="4152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Diseñar para los extremos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beneficia al centro.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688" y="4962525"/>
            <a:ext cx="4143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Cuando hacemos sitios accesibles, mejoramos la experiencia para todos los usuarios.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3396" y="1952625"/>
            <a:ext cx="3324225" cy="1524000"/>
          </a:xfrm>
          <a:custGeom>
            <a:avLst/>
            <a:gdLst/>
            <a:ahLst/>
            <a:cxnLst/>
            <a:rect l="l" t="t" r="r" b="b"/>
            <a:pathLst>
              <a:path w="3324225" h="1524000">
                <a:moveTo>
                  <a:pt x="152400" y="0"/>
                </a:moveTo>
                <a:lnTo>
                  <a:pt x="3171825" y="0"/>
                </a:lnTo>
                <a:cubicBezTo>
                  <a:pt x="3255937" y="0"/>
                  <a:pt x="3324225" y="68288"/>
                  <a:pt x="3324225" y="152400"/>
                </a:cubicBezTo>
                <a:lnTo>
                  <a:pt x="3324225" y="1371600"/>
                </a:lnTo>
                <a:cubicBezTo>
                  <a:pt x="3324225" y="1455712"/>
                  <a:pt x="3255937" y="1524000"/>
                  <a:pt x="3171825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7221" y="2076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5280571" y="2209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718721" y="21717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Beneficio Común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7221" y="2609850"/>
            <a:ext cx="3152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Inclusividad y "facilidad de uso" general al eliminar obstáculos. Un sitio accesible tiende a ser más fácil de usar para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79036" y="1952625"/>
            <a:ext cx="3324225" cy="1524000"/>
          </a:xfrm>
          <a:custGeom>
            <a:avLst/>
            <a:gdLst/>
            <a:ahLst/>
            <a:cxnLst/>
            <a:rect l="l" t="t" r="r" b="b"/>
            <a:pathLst>
              <a:path w="3324225" h="1524000">
                <a:moveTo>
                  <a:pt x="152400" y="0"/>
                </a:moveTo>
                <a:lnTo>
                  <a:pt x="3171825" y="0"/>
                </a:lnTo>
                <a:cubicBezTo>
                  <a:pt x="3255937" y="0"/>
                  <a:pt x="3324225" y="68288"/>
                  <a:pt x="3324225" y="152400"/>
                </a:cubicBezTo>
                <a:lnTo>
                  <a:pt x="3324225" y="1371600"/>
                </a:lnTo>
                <a:cubicBezTo>
                  <a:pt x="3324225" y="1455712"/>
                  <a:pt x="3255937" y="1524000"/>
                  <a:pt x="3171825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2861" y="2076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8736211" y="2209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14114" y="120960"/>
                </a:moveTo>
                <a:lnTo>
                  <a:pt x="60424" y="141610"/>
                </a:lnTo>
                <a:cubicBezTo>
                  <a:pt x="53206" y="144400"/>
                  <a:pt x="46100" y="137294"/>
                  <a:pt x="48890" y="130076"/>
                </a:cubicBezTo>
                <a:lnTo>
                  <a:pt x="69540" y="76386"/>
                </a:lnTo>
                <a:cubicBezTo>
                  <a:pt x="70768" y="73223"/>
                  <a:pt x="73223" y="70768"/>
                  <a:pt x="76386" y="69540"/>
                </a:cubicBezTo>
                <a:lnTo>
                  <a:pt x="130076" y="48890"/>
                </a:lnTo>
                <a:cubicBezTo>
                  <a:pt x="137294" y="46100"/>
                  <a:pt x="144400" y="53206"/>
                  <a:pt x="141610" y="60424"/>
                </a:cubicBezTo>
                <a:lnTo>
                  <a:pt x="120960" y="114114"/>
                </a:lnTo>
                <a:cubicBezTo>
                  <a:pt x="119769" y="117277"/>
                  <a:pt x="117277" y="119732"/>
                  <a:pt x="114114" y="120960"/>
                </a:cubicBezTo>
                <a:close/>
                <a:moveTo>
                  <a:pt x="107156" y="95250"/>
                </a:moveTo>
                <a:cubicBezTo>
                  <a:pt x="107156" y="88679"/>
                  <a:pt x="101821" y="83344"/>
                  <a:pt x="95250" y="83344"/>
                </a:cubicBezTo>
                <a:cubicBezTo>
                  <a:pt x="88679" y="83344"/>
                  <a:pt x="83344" y="88679"/>
                  <a:pt x="83344" y="95250"/>
                </a:cubicBezTo>
                <a:cubicBezTo>
                  <a:pt x="83344" y="101821"/>
                  <a:pt x="88679" y="107156"/>
                  <a:pt x="95250" y="107156"/>
                </a:cubicBezTo>
                <a:cubicBezTo>
                  <a:pt x="101821" y="107156"/>
                  <a:pt x="107156" y="101821"/>
                  <a:pt x="107156" y="9525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74361" y="21717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Navegación Intuitiva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02861" y="2609850"/>
            <a:ext cx="3152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 lógica y jerarquía organizada que beneficia tanto a usuarios con discapacidades como al público general.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3396" y="3609975"/>
            <a:ext cx="3324225" cy="1524000"/>
          </a:xfrm>
          <a:custGeom>
            <a:avLst/>
            <a:gdLst/>
            <a:ahLst/>
            <a:cxnLst/>
            <a:rect l="l" t="t" r="r" b="b"/>
            <a:pathLst>
              <a:path w="3324225" h="1524000">
                <a:moveTo>
                  <a:pt x="152400" y="0"/>
                </a:moveTo>
                <a:lnTo>
                  <a:pt x="3171825" y="0"/>
                </a:lnTo>
                <a:cubicBezTo>
                  <a:pt x="3255937" y="0"/>
                  <a:pt x="3324225" y="68288"/>
                  <a:pt x="3324225" y="152400"/>
                </a:cubicBezTo>
                <a:lnTo>
                  <a:pt x="3324225" y="1371600"/>
                </a:lnTo>
                <a:cubicBezTo>
                  <a:pt x="3324225" y="1455712"/>
                  <a:pt x="3255937" y="1524000"/>
                  <a:pt x="3171825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7221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5280571" y="3867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5718721" y="382905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Estructura Clara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47221" y="4267200"/>
            <a:ext cx="3152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Ambas disciplinas comparten el objetivo de mejorar la experiencia de usuario y se superponen en múltiples aspectos.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79036" y="3609975"/>
            <a:ext cx="3324225" cy="1524000"/>
          </a:xfrm>
          <a:custGeom>
            <a:avLst/>
            <a:gdLst/>
            <a:ahLst/>
            <a:cxnLst/>
            <a:rect l="l" t="t" r="r" b="b"/>
            <a:pathLst>
              <a:path w="3324225" h="1524000">
                <a:moveTo>
                  <a:pt x="152400" y="0"/>
                </a:moveTo>
                <a:lnTo>
                  <a:pt x="3171825" y="0"/>
                </a:lnTo>
                <a:cubicBezTo>
                  <a:pt x="3255937" y="0"/>
                  <a:pt x="3324225" y="68288"/>
                  <a:pt x="3324225" y="152400"/>
                </a:cubicBezTo>
                <a:lnTo>
                  <a:pt x="3324225" y="1371600"/>
                </a:lnTo>
                <a:cubicBezTo>
                  <a:pt x="3324225" y="1455712"/>
                  <a:pt x="3255937" y="1524000"/>
                  <a:pt x="3171825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54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02861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8736211" y="3867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9174361" y="382905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Tecnologías de Asistencia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02861" y="4267200"/>
            <a:ext cx="3152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Compatibilidad total con lectores de pantalla y otras herramientas que mejoran la experiencia para todos.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3396" y="5267325"/>
            <a:ext cx="6781800" cy="1276350"/>
          </a:xfrm>
          <a:custGeom>
            <a:avLst/>
            <a:gdLst/>
            <a:ahLst/>
            <a:cxnLst/>
            <a:rect l="l" t="t" r="r" b="b"/>
            <a:pathLst>
              <a:path w="6781800" h="1276350">
                <a:moveTo>
                  <a:pt x="152396" y="0"/>
                </a:moveTo>
                <a:lnTo>
                  <a:pt x="6629404" y="0"/>
                </a:lnTo>
                <a:cubicBezTo>
                  <a:pt x="6713570" y="0"/>
                  <a:pt x="6781800" y="68230"/>
                  <a:pt x="6781800" y="152396"/>
                </a:cubicBezTo>
                <a:lnTo>
                  <a:pt x="6781800" y="1123954"/>
                </a:lnTo>
                <a:cubicBezTo>
                  <a:pt x="6781800" y="1208120"/>
                  <a:pt x="6713570" y="1276350"/>
                  <a:pt x="6629404" y="1276350"/>
                </a:cubicBezTo>
                <a:lnTo>
                  <a:pt x="152396" y="1276350"/>
                </a:lnTo>
                <a:cubicBezTo>
                  <a:pt x="68230" y="1276350"/>
                  <a:pt x="0" y="1208120"/>
                  <a:pt x="0" y="112395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FFE66D">
                  <a:alpha val="10000"/>
                </a:srgbClr>
              </a:gs>
            </a:gsLst>
            <a:lin ang="2700000" scaled="1"/>
          </a:gradFill>
          <a:ln w="254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47221" y="5391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E66D"/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280571" y="552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9" name="Text 37"/>
          <p:cNvSpPr/>
          <p:nvPr/>
        </p:nvSpPr>
        <p:spPr>
          <a:xfrm>
            <a:off x="5718721" y="54864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Impacto SEO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47221" y="5924550"/>
            <a:ext cx="6610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 posicionamiento en buscadores gracias a la estructura semántica, texto alternativo y contenido bien organizado que beneficia tanto a usuarios como a motores de búsqueda.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21921" cy="4721921"/>
          </a:xfrm>
          <a:custGeom>
            <a:avLst/>
            <a:gdLst/>
            <a:ahLst/>
            <a:cxnLst/>
            <a:rect l="l" t="t" r="r" b="b"/>
            <a:pathLst>
              <a:path w="4721921" h="4721921">
                <a:moveTo>
                  <a:pt x="2360960" y="0"/>
                </a:moveTo>
                <a:lnTo>
                  <a:pt x="2360960" y="0"/>
                </a:lnTo>
                <a:cubicBezTo>
                  <a:pt x="3664010" y="0"/>
                  <a:pt x="4721921" y="1057911"/>
                  <a:pt x="4721921" y="2360960"/>
                </a:cubicBezTo>
                <a:lnTo>
                  <a:pt x="4721921" y="2360960"/>
                </a:lnTo>
                <a:cubicBezTo>
                  <a:pt x="4721921" y="3664010"/>
                  <a:pt x="3664010" y="4721921"/>
                  <a:pt x="2360960" y="4721921"/>
                </a:cubicBezTo>
                <a:lnTo>
                  <a:pt x="2360960" y="4721921"/>
                </a:lnTo>
                <a:cubicBezTo>
                  <a:pt x="1057911" y="4721921"/>
                  <a:pt x="0" y="3664010"/>
                  <a:pt x="0" y="2360960"/>
                </a:cubicBezTo>
                <a:lnTo>
                  <a:pt x="0" y="2360960"/>
                </a:lnTo>
                <a:cubicBezTo>
                  <a:pt x="0" y="1057911"/>
                  <a:pt x="1057911" y="0"/>
                  <a:pt x="2360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466833" y="2191414"/>
            <a:ext cx="4721921" cy="4721921"/>
          </a:xfrm>
          <a:custGeom>
            <a:avLst/>
            <a:gdLst/>
            <a:ahLst/>
            <a:cxnLst/>
            <a:rect l="l" t="t" r="r" b="b"/>
            <a:pathLst>
              <a:path w="4721921" h="4721921">
                <a:moveTo>
                  <a:pt x="2360960" y="0"/>
                </a:moveTo>
                <a:lnTo>
                  <a:pt x="2360960" y="0"/>
                </a:lnTo>
                <a:cubicBezTo>
                  <a:pt x="3664010" y="0"/>
                  <a:pt x="4721921" y="1057911"/>
                  <a:pt x="4721921" y="2360960"/>
                </a:cubicBezTo>
                <a:lnTo>
                  <a:pt x="4721921" y="2360960"/>
                </a:lnTo>
                <a:cubicBezTo>
                  <a:pt x="4721921" y="3664010"/>
                  <a:pt x="3664010" y="4721921"/>
                  <a:pt x="2360960" y="4721921"/>
                </a:cubicBezTo>
                <a:lnTo>
                  <a:pt x="2360960" y="4721921"/>
                </a:lnTo>
                <a:cubicBezTo>
                  <a:pt x="1057911" y="4721921"/>
                  <a:pt x="0" y="3664010"/>
                  <a:pt x="0" y="2360960"/>
                </a:cubicBezTo>
                <a:lnTo>
                  <a:pt x="0" y="2360960"/>
                </a:lnTo>
                <a:cubicBezTo>
                  <a:pt x="0" y="1057911"/>
                  <a:pt x="1057911" y="0"/>
                  <a:pt x="2360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3500000" scaled="1"/>
          </a:gradFill>
          <a:ln/>
        </p:spPr>
      </p:sp>
      <p:sp>
        <p:nvSpPr>
          <p:cNvPr id="4" name="Shape 2"/>
          <p:cNvSpPr/>
          <p:nvPr/>
        </p:nvSpPr>
        <p:spPr>
          <a:xfrm rot="2700000">
            <a:off x="10722551" y="649218"/>
            <a:ext cx="566631" cy="566631"/>
          </a:xfrm>
          <a:custGeom>
            <a:avLst/>
            <a:gdLst/>
            <a:ahLst/>
            <a:cxnLst/>
            <a:rect l="l" t="t" r="r" b="b"/>
            <a:pathLst>
              <a:path w="566631" h="566631">
                <a:moveTo>
                  <a:pt x="0" y="0"/>
                </a:moveTo>
                <a:lnTo>
                  <a:pt x="566631" y="0"/>
                </a:lnTo>
                <a:lnTo>
                  <a:pt x="566631" y="566631"/>
                </a:lnTo>
                <a:lnTo>
                  <a:pt x="0" y="5666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E66D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754" y="377754"/>
            <a:ext cx="557187" cy="377754"/>
          </a:xfrm>
          <a:custGeom>
            <a:avLst/>
            <a:gdLst/>
            <a:ahLst/>
            <a:cxnLst/>
            <a:rect l="l" t="t" r="r" b="b"/>
            <a:pathLst>
              <a:path w="557187" h="377754">
                <a:moveTo>
                  <a:pt x="188877" y="0"/>
                </a:moveTo>
                <a:lnTo>
                  <a:pt x="368310" y="0"/>
                </a:lnTo>
                <a:cubicBezTo>
                  <a:pt x="472554" y="0"/>
                  <a:pt x="557187" y="84633"/>
                  <a:pt x="557187" y="188877"/>
                </a:cubicBezTo>
                <a:lnTo>
                  <a:pt x="557187" y="188877"/>
                </a:lnTo>
                <a:cubicBezTo>
                  <a:pt x="557187" y="293121"/>
                  <a:pt x="472554" y="377754"/>
                  <a:pt x="368310" y="377754"/>
                </a:cubicBezTo>
                <a:lnTo>
                  <a:pt x="188877" y="377754"/>
                </a:lnTo>
                <a:cubicBezTo>
                  <a:pt x="84563" y="377754"/>
                  <a:pt x="0" y="293191"/>
                  <a:pt x="0" y="188877"/>
                </a:cubicBezTo>
                <a:lnTo>
                  <a:pt x="0" y="188877"/>
                </a:lnTo>
                <a:cubicBezTo>
                  <a:pt x="0" y="84563"/>
                  <a:pt x="84563" y="0"/>
                  <a:pt x="18887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66631" y="481636"/>
            <a:ext cx="257050" cy="16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7754" y="868833"/>
            <a:ext cx="11663145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9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Checklist Práctico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7754" y="1397689"/>
            <a:ext cx="11549819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Puntos Clave para Verificar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7754" y="1813218"/>
            <a:ext cx="906609" cy="37775"/>
          </a:xfrm>
          <a:custGeom>
            <a:avLst/>
            <a:gdLst/>
            <a:ahLst/>
            <a:cxnLst/>
            <a:rect l="l" t="t" r="r" b="b"/>
            <a:pathLst>
              <a:path w="906609" h="37775">
                <a:moveTo>
                  <a:pt x="0" y="0"/>
                </a:moveTo>
                <a:lnTo>
                  <a:pt x="906609" y="0"/>
                </a:lnTo>
                <a:lnTo>
                  <a:pt x="906609" y="37775"/>
                </a:lnTo>
                <a:lnTo>
                  <a:pt x="0" y="3777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387198" y="1935988"/>
            <a:ext cx="5581311" cy="4136403"/>
          </a:xfrm>
          <a:custGeom>
            <a:avLst/>
            <a:gdLst/>
            <a:ahLst/>
            <a:cxnLst/>
            <a:rect l="l" t="t" r="r" b="b"/>
            <a:pathLst>
              <a:path w="5581311" h="4136403">
                <a:moveTo>
                  <a:pt x="226634" y="0"/>
                </a:moveTo>
                <a:lnTo>
                  <a:pt x="5354677" y="0"/>
                </a:lnTo>
                <a:cubicBezTo>
                  <a:pt x="5479843" y="0"/>
                  <a:pt x="5581311" y="101467"/>
                  <a:pt x="5581311" y="226634"/>
                </a:cubicBezTo>
                <a:lnTo>
                  <a:pt x="5581311" y="3909769"/>
                </a:lnTo>
                <a:cubicBezTo>
                  <a:pt x="5581311" y="4034936"/>
                  <a:pt x="5479843" y="4136403"/>
                  <a:pt x="5354677" y="4136403"/>
                </a:cubicBezTo>
                <a:lnTo>
                  <a:pt x="226634" y="4136403"/>
                </a:lnTo>
                <a:cubicBezTo>
                  <a:pt x="101467" y="4136403"/>
                  <a:pt x="0" y="4034936"/>
                  <a:pt x="0" y="3909769"/>
                </a:cubicBezTo>
                <a:lnTo>
                  <a:pt x="0" y="226634"/>
                </a:lnTo>
                <a:cubicBezTo>
                  <a:pt x="0" y="101467"/>
                  <a:pt x="101467" y="0"/>
                  <a:pt x="22663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7743" y="2096533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13328" y="0"/>
                </a:moveTo>
                <a:lnTo>
                  <a:pt x="415527" y="0"/>
                </a:lnTo>
                <a:cubicBezTo>
                  <a:pt x="478116" y="0"/>
                  <a:pt x="528855" y="50739"/>
                  <a:pt x="528855" y="113328"/>
                </a:cubicBezTo>
                <a:lnTo>
                  <a:pt x="528855" y="415527"/>
                </a:lnTo>
                <a:cubicBezTo>
                  <a:pt x="528855" y="478116"/>
                  <a:pt x="478116" y="528855"/>
                  <a:pt x="415527" y="528855"/>
                </a:cubicBezTo>
                <a:lnTo>
                  <a:pt x="113328" y="528855"/>
                </a:lnTo>
                <a:cubicBezTo>
                  <a:pt x="50739" y="528855"/>
                  <a:pt x="0" y="478116"/>
                  <a:pt x="0" y="415527"/>
                </a:cubicBezTo>
                <a:lnTo>
                  <a:pt x="0" y="113328"/>
                </a:lnTo>
                <a:cubicBezTo>
                  <a:pt x="0" y="50781"/>
                  <a:pt x="50781" y="0"/>
                  <a:pt x="11332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713010" y="2247634"/>
            <a:ext cx="198321" cy="226652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34219" y="1107"/>
                </a:moveTo>
                <a:cubicBezTo>
                  <a:pt x="37805" y="-708"/>
                  <a:pt x="42143" y="-310"/>
                  <a:pt x="45330" y="2125"/>
                </a:cubicBezTo>
                <a:lnTo>
                  <a:pt x="186988" y="108324"/>
                </a:lnTo>
                <a:cubicBezTo>
                  <a:pt x="190662" y="111068"/>
                  <a:pt x="192123" y="115849"/>
                  <a:pt x="190707" y="120188"/>
                </a:cubicBezTo>
                <a:cubicBezTo>
                  <a:pt x="189290" y="124526"/>
                  <a:pt x="185217" y="127448"/>
                  <a:pt x="180613" y="127448"/>
                </a:cubicBezTo>
                <a:lnTo>
                  <a:pt x="113193" y="127448"/>
                </a:lnTo>
                <a:lnTo>
                  <a:pt x="152548" y="206112"/>
                </a:lnTo>
                <a:cubicBezTo>
                  <a:pt x="156045" y="213106"/>
                  <a:pt x="153212" y="221606"/>
                  <a:pt x="146217" y="225103"/>
                </a:cubicBezTo>
                <a:cubicBezTo>
                  <a:pt x="139223" y="228600"/>
                  <a:pt x="130723" y="225767"/>
                  <a:pt x="127226" y="218773"/>
                </a:cubicBezTo>
                <a:lnTo>
                  <a:pt x="87872" y="140108"/>
                </a:lnTo>
                <a:lnTo>
                  <a:pt x="47455" y="194027"/>
                </a:lnTo>
                <a:cubicBezTo>
                  <a:pt x="44711" y="197701"/>
                  <a:pt x="39930" y="199162"/>
                  <a:pt x="35591" y="197745"/>
                </a:cubicBezTo>
                <a:cubicBezTo>
                  <a:pt x="31253" y="196329"/>
                  <a:pt x="28332" y="192256"/>
                  <a:pt x="28332" y="187696"/>
                </a:cubicBezTo>
                <a:lnTo>
                  <a:pt x="28332" y="10624"/>
                </a:lnTo>
                <a:cubicBezTo>
                  <a:pt x="28332" y="6596"/>
                  <a:pt x="30589" y="2922"/>
                  <a:pt x="34219" y="1107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9924" y="2190971"/>
            <a:ext cx="2096533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1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UX - Usabilidad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743" y="2776490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9400" y="2889816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963272" y="2852040"/>
            <a:ext cx="320146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 clara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3272" y="3078692"/>
            <a:ext cx="319201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Menús consistentes, estructura lógica, buscador visible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743" y="3418671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9400" y="3531997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63272" y="3494222"/>
            <a:ext cx="279537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Rendimiento básico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3272" y="3720874"/>
            <a:ext cx="278593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Optimizar imágenes, evitar sobrecarga en home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743" y="4060852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9400" y="4174178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963272" y="4136403"/>
            <a:ext cx="248373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3272" y="4363055"/>
            <a:ext cx="247428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Correcta visualización en móviles/desktop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7743" y="4703033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89400" y="4816359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963272" y="4778584"/>
            <a:ext cx="3116468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 y diseño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3272" y="5005236"/>
            <a:ext cx="310702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Coherencia visual, sin sobrecarga, contenido de valor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7743" y="5345215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9400" y="5458541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963272" y="5420765"/>
            <a:ext cx="159600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 y enlaces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3272" y="5647418"/>
            <a:ext cx="158656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 amigables y sin rotos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147" y="1935988"/>
            <a:ext cx="5581311" cy="4136403"/>
          </a:xfrm>
          <a:custGeom>
            <a:avLst/>
            <a:gdLst/>
            <a:ahLst/>
            <a:cxnLst/>
            <a:rect l="l" t="t" r="r" b="b"/>
            <a:pathLst>
              <a:path w="5581311" h="4136403">
                <a:moveTo>
                  <a:pt x="226634" y="0"/>
                </a:moveTo>
                <a:lnTo>
                  <a:pt x="5354677" y="0"/>
                </a:lnTo>
                <a:cubicBezTo>
                  <a:pt x="5479843" y="0"/>
                  <a:pt x="5581311" y="101467"/>
                  <a:pt x="5581311" y="226634"/>
                </a:cubicBezTo>
                <a:lnTo>
                  <a:pt x="5581311" y="3909769"/>
                </a:lnTo>
                <a:cubicBezTo>
                  <a:pt x="5581311" y="4034936"/>
                  <a:pt x="5479843" y="4136403"/>
                  <a:pt x="5354677" y="4136403"/>
                </a:cubicBezTo>
                <a:lnTo>
                  <a:pt x="226634" y="4136403"/>
                </a:lnTo>
                <a:cubicBezTo>
                  <a:pt x="101467" y="4136403"/>
                  <a:pt x="0" y="4034936"/>
                  <a:pt x="0" y="3909769"/>
                </a:cubicBezTo>
                <a:lnTo>
                  <a:pt x="0" y="226634"/>
                </a:lnTo>
                <a:cubicBezTo>
                  <a:pt x="0" y="101467"/>
                  <a:pt x="101467" y="0"/>
                  <a:pt x="2266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7692" y="2096533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13328" y="0"/>
                </a:moveTo>
                <a:lnTo>
                  <a:pt x="415527" y="0"/>
                </a:lnTo>
                <a:cubicBezTo>
                  <a:pt x="478116" y="0"/>
                  <a:pt x="528855" y="50739"/>
                  <a:pt x="528855" y="113328"/>
                </a:cubicBezTo>
                <a:lnTo>
                  <a:pt x="528855" y="415527"/>
                </a:lnTo>
                <a:cubicBezTo>
                  <a:pt x="528855" y="478116"/>
                  <a:pt x="478116" y="528855"/>
                  <a:pt x="415527" y="528855"/>
                </a:cubicBezTo>
                <a:lnTo>
                  <a:pt x="113328" y="528855"/>
                </a:lnTo>
                <a:cubicBezTo>
                  <a:pt x="50739" y="528855"/>
                  <a:pt x="0" y="478116"/>
                  <a:pt x="0" y="415527"/>
                </a:cubicBezTo>
                <a:lnTo>
                  <a:pt x="0" y="113328"/>
                </a:lnTo>
                <a:cubicBezTo>
                  <a:pt x="0" y="50781"/>
                  <a:pt x="50781" y="0"/>
                  <a:pt x="113328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528794" y="2247634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0" y="113326"/>
                </a:moveTo>
                <a:cubicBezTo>
                  <a:pt x="0" y="50780"/>
                  <a:pt x="50780" y="0"/>
                  <a:pt x="113326" y="0"/>
                </a:cubicBezTo>
                <a:cubicBezTo>
                  <a:pt x="175872" y="0"/>
                  <a:pt x="226652" y="50780"/>
                  <a:pt x="226652" y="113326"/>
                </a:cubicBezTo>
                <a:cubicBezTo>
                  <a:pt x="226652" y="175872"/>
                  <a:pt x="175872" y="226652"/>
                  <a:pt x="113326" y="226652"/>
                </a:cubicBezTo>
                <a:cubicBezTo>
                  <a:pt x="50780" y="226652"/>
                  <a:pt x="0" y="175872"/>
                  <a:pt x="0" y="113326"/>
                </a:cubicBezTo>
                <a:close/>
                <a:moveTo>
                  <a:pt x="71493" y="75211"/>
                </a:moveTo>
                <a:cubicBezTo>
                  <a:pt x="66092" y="72909"/>
                  <a:pt x="59850" y="75388"/>
                  <a:pt x="57548" y="80789"/>
                </a:cubicBezTo>
                <a:cubicBezTo>
                  <a:pt x="55246" y="86190"/>
                  <a:pt x="57725" y="92432"/>
                  <a:pt x="63126" y="94734"/>
                </a:cubicBezTo>
                <a:lnTo>
                  <a:pt x="68394" y="96991"/>
                </a:lnTo>
                <a:cubicBezTo>
                  <a:pt x="76052" y="100267"/>
                  <a:pt x="83976" y="102702"/>
                  <a:pt x="92122" y="104207"/>
                </a:cubicBezTo>
                <a:lnTo>
                  <a:pt x="92122" y="126385"/>
                </a:lnTo>
                <a:cubicBezTo>
                  <a:pt x="92122" y="128289"/>
                  <a:pt x="91812" y="130192"/>
                  <a:pt x="91192" y="131963"/>
                </a:cubicBezTo>
                <a:lnTo>
                  <a:pt x="78487" y="170078"/>
                </a:lnTo>
                <a:cubicBezTo>
                  <a:pt x="76628" y="175655"/>
                  <a:pt x="79638" y="181676"/>
                  <a:pt x="85216" y="183535"/>
                </a:cubicBezTo>
                <a:cubicBezTo>
                  <a:pt x="90794" y="185394"/>
                  <a:pt x="96814" y="182384"/>
                  <a:pt x="98673" y="176806"/>
                </a:cubicBezTo>
                <a:lnTo>
                  <a:pt x="109475" y="144402"/>
                </a:lnTo>
                <a:cubicBezTo>
                  <a:pt x="110050" y="142720"/>
                  <a:pt x="111600" y="141569"/>
                  <a:pt x="113370" y="141569"/>
                </a:cubicBezTo>
                <a:cubicBezTo>
                  <a:pt x="115141" y="141569"/>
                  <a:pt x="116735" y="142720"/>
                  <a:pt x="117266" y="144402"/>
                </a:cubicBezTo>
                <a:lnTo>
                  <a:pt x="128067" y="176806"/>
                </a:lnTo>
                <a:cubicBezTo>
                  <a:pt x="129927" y="182384"/>
                  <a:pt x="135947" y="185394"/>
                  <a:pt x="141525" y="183535"/>
                </a:cubicBezTo>
                <a:cubicBezTo>
                  <a:pt x="147103" y="181676"/>
                  <a:pt x="150069" y="175744"/>
                  <a:pt x="148209" y="170166"/>
                </a:cubicBezTo>
                <a:lnTo>
                  <a:pt x="135504" y="132051"/>
                </a:lnTo>
                <a:cubicBezTo>
                  <a:pt x="134885" y="130236"/>
                  <a:pt x="134575" y="128377"/>
                  <a:pt x="134575" y="126474"/>
                </a:cubicBezTo>
                <a:lnTo>
                  <a:pt x="134575" y="104295"/>
                </a:lnTo>
                <a:cubicBezTo>
                  <a:pt x="142720" y="102746"/>
                  <a:pt x="150644" y="100356"/>
                  <a:pt x="158302" y="97080"/>
                </a:cubicBezTo>
                <a:lnTo>
                  <a:pt x="163570" y="94822"/>
                </a:lnTo>
                <a:cubicBezTo>
                  <a:pt x="168971" y="92520"/>
                  <a:pt x="171450" y="86278"/>
                  <a:pt x="169148" y="80878"/>
                </a:cubicBezTo>
                <a:cubicBezTo>
                  <a:pt x="166846" y="75477"/>
                  <a:pt x="160604" y="72998"/>
                  <a:pt x="155204" y="75300"/>
                </a:cubicBezTo>
                <a:lnTo>
                  <a:pt x="149936" y="77469"/>
                </a:lnTo>
                <a:cubicBezTo>
                  <a:pt x="138382" y="82427"/>
                  <a:pt x="125942" y="84995"/>
                  <a:pt x="113326" y="84995"/>
                </a:cubicBezTo>
                <a:cubicBezTo>
                  <a:pt x="100710" y="84995"/>
                  <a:pt x="88315" y="82427"/>
                  <a:pt x="76716" y="77469"/>
                </a:cubicBezTo>
                <a:lnTo>
                  <a:pt x="71449" y="75211"/>
                </a:lnTo>
                <a:close/>
                <a:moveTo>
                  <a:pt x="113326" y="70829"/>
                </a:moveTo>
                <a:cubicBezTo>
                  <a:pt x="123099" y="70829"/>
                  <a:pt x="131033" y="62894"/>
                  <a:pt x="131033" y="53122"/>
                </a:cubicBezTo>
                <a:cubicBezTo>
                  <a:pt x="131033" y="43349"/>
                  <a:pt x="123099" y="35414"/>
                  <a:pt x="113326" y="35414"/>
                </a:cubicBezTo>
                <a:cubicBezTo>
                  <a:pt x="103553" y="35414"/>
                  <a:pt x="95619" y="43349"/>
                  <a:pt x="95619" y="53122"/>
                </a:cubicBezTo>
                <a:cubicBezTo>
                  <a:pt x="95619" y="62894"/>
                  <a:pt x="103553" y="70829"/>
                  <a:pt x="113326" y="70829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7019873" y="2190971"/>
            <a:ext cx="2644276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1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A11y - Accesibilidad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7692" y="2776490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19350" y="2889816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6793221" y="2852040"/>
            <a:ext cx="240818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Teclado operable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3221" y="3078692"/>
            <a:ext cx="239873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 funcionalidad sin ratón, foco visible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7692" y="3418671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19350" y="3531997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6793221" y="3494222"/>
            <a:ext cx="239873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Imágenes con alt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93221" y="3720874"/>
            <a:ext cx="238929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alternativo útil; ocultar decorativas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7692" y="4060852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19350" y="4174178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6793221" y="4136403"/>
            <a:ext cx="258761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Formularios etiquetados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93221" y="4363055"/>
            <a:ext cx="257816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input con label; errores comprensibles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7692" y="4703033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19350" y="4816359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6793221" y="4778584"/>
            <a:ext cx="189821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Contraste validado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93221" y="5005236"/>
            <a:ext cx="188876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Validar ratios; aspirar a AA/AAA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77692" y="5345215"/>
            <a:ext cx="5260220" cy="566631"/>
          </a:xfrm>
          <a:custGeom>
            <a:avLst/>
            <a:gdLst/>
            <a:ahLst/>
            <a:cxnLst/>
            <a:rect l="l" t="t" r="r" b="b"/>
            <a:pathLst>
              <a:path w="5260220" h="566631">
                <a:moveTo>
                  <a:pt x="113326" y="0"/>
                </a:moveTo>
                <a:lnTo>
                  <a:pt x="5146894" y="0"/>
                </a:lnTo>
                <a:cubicBezTo>
                  <a:pt x="5209482" y="0"/>
                  <a:pt x="5260220" y="50738"/>
                  <a:pt x="5260220" y="113326"/>
                </a:cubicBezTo>
                <a:lnTo>
                  <a:pt x="5260220" y="453304"/>
                </a:lnTo>
                <a:cubicBezTo>
                  <a:pt x="5260220" y="515893"/>
                  <a:pt x="5209482" y="566631"/>
                  <a:pt x="5146894" y="566631"/>
                </a:cubicBezTo>
                <a:lnTo>
                  <a:pt x="113326" y="566631"/>
                </a:lnTo>
                <a:cubicBezTo>
                  <a:pt x="50780" y="566631"/>
                  <a:pt x="0" y="515851"/>
                  <a:pt x="0" y="453304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19350" y="5458541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91015" y="62772"/>
                </a:moveTo>
                <a:lnTo>
                  <a:pt x="67405" y="100547"/>
                </a:lnTo>
                <a:cubicBezTo>
                  <a:pt x="66166" y="102525"/>
                  <a:pt x="64041" y="103764"/>
                  <a:pt x="61710" y="103882"/>
                </a:cubicBezTo>
                <a:cubicBezTo>
                  <a:pt x="59378" y="104000"/>
                  <a:pt x="57135" y="102938"/>
                  <a:pt x="55748" y="101049"/>
                </a:cubicBezTo>
                <a:lnTo>
                  <a:pt x="41582" y="82161"/>
                </a:lnTo>
                <a:cubicBezTo>
                  <a:pt x="39221" y="79033"/>
                  <a:pt x="39871" y="74606"/>
                  <a:pt x="42999" y="72245"/>
                </a:cubicBezTo>
                <a:cubicBezTo>
                  <a:pt x="46127" y="69884"/>
                  <a:pt x="50554" y="70534"/>
                  <a:pt x="52915" y="73662"/>
                </a:cubicBezTo>
                <a:lnTo>
                  <a:pt x="60883" y="84286"/>
                </a:lnTo>
                <a:lnTo>
                  <a:pt x="79004" y="55276"/>
                </a:lnTo>
                <a:cubicBezTo>
                  <a:pt x="81069" y="51971"/>
                  <a:pt x="85437" y="50938"/>
                  <a:pt x="88772" y="53033"/>
                </a:cubicBezTo>
                <a:cubicBezTo>
                  <a:pt x="92107" y="55128"/>
                  <a:pt x="93110" y="59467"/>
                  <a:pt x="91015" y="6280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6" name="Text 54"/>
          <p:cNvSpPr/>
          <p:nvPr/>
        </p:nvSpPr>
        <p:spPr>
          <a:xfrm>
            <a:off x="6793221" y="5420765"/>
            <a:ext cx="2691495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Licencias y autoría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93221" y="5647418"/>
            <a:ext cx="2682051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7F7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Verificar CC/permiso y atribuir correctamente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2476" y="6162107"/>
            <a:ext cx="11427049" cy="689400"/>
          </a:xfrm>
          <a:custGeom>
            <a:avLst/>
            <a:gdLst/>
            <a:ahLst/>
            <a:cxnLst/>
            <a:rect l="l" t="t" r="r" b="b"/>
            <a:pathLst>
              <a:path w="11427049" h="689400">
                <a:moveTo>
                  <a:pt x="151103" y="0"/>
                </a:moveTo>
                <a:lnTo>
                  <a:pt x="11275946" y="0"/>
                </a:lnTo>
                <a:cubicBezTo>
                  <a:pt x="11359398" y="0"/>
                  <a:pt x="11427049" y="67651"/>
                  <a:pt x="11427049" y="151103"/>
                </a:cubicBezTo>
                <a:lnTo>
                  <a:pt x="11427049" y="538298"/>
                </a:lnTo>
                <a:cubicBezTo>
                  <a:pt x="11427049" y="621749"/>
                  <a:pt x="11359398" y="689400"/>
                  <a:pt x="11275946" y="689400"/>
                </a:cubicBezTo>
                <a:lnTo>
                  <a:pt x="151103" y="689400"/>
                </a:lnTo>
                <a:cubicBezTo>
                  <a:pt x="67707" y="689400"/>
                  <a:pt x="0" y="621694"/>
                  <a:pt x="0" y="538298"/>
                </a:cubicBezTo>
                <a:lnTo>
                  <a:pt x="0" y="151103"/>
                </a:lnTo>
                <a:cubicBezTo>
                  <a:pt x="0" y="67707"/>
                  <a:pt x="67707" y="0"/>
                  <a:pt x="1511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10000"/>
                </a:srgbClr>
              </a:gs>
            </a:gsLst>
            <a:lin ang="0" scaled="1"/>
          </a:gra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0524" y="6280155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113326" y="0"/>
                </a:moveTo>
                <a:lnTo>
                  <a:pt x="339978" y="0"/>
                </a:lnTo>
                <a:cubicBezTo>
                  <a:pt x="402525" y="0"/>
                  <a:pt x="453304" y="50780"/>
                  <a:pt x="453304" y="113326"/>
                </a:cubicBezTo>
                <a:lnTo>
                  <a:pt x="453304" y="339978"/>
                </a:lnTo>
                <a:cubicBezTo>
                  <a:pt x="453304" y="402567"/>
                  <a:pt x="402567" y="453304"/>
                  <a:pt x="339978" y="453304"/>
                </a:cubicBezTo>
                <a:lnTo>
                  <a:pt x="113326" y="453304"/>
                </a:lnTo>
                <a:cubicBezTo>
                  <a:pt x="50780" y="453304"/>
                  <a:pt x="0" y="402525"/>
                  <a:pt x="0" y="33997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632737" y="6412369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61099" y="27557"/>
                </a:moveTo>
                <a:lnTo>
                  <a:pt x="165267" y="31504"/>
                </a:lnTo>
                <a:lnTo>
                  <a:pt x="165267" y="11805"/>
                </a:lnTo>
                <a:cubicBezTo>
                  <a:pt x="165267" y="5275"/>
                  <a:pt x="170543" y="0"/>
                  <a:pt x="177072" y="0"/>
                </a:cubicBezTo>
                <a:cubicBezTo>
                  <a:pt x="183602" y="0"/>
                  <a:pt x="188877" y="5275"/>
                  <a:pt x="188877" y="11805"/>
                </a:cubicBezTo>
                <a:lnTo>
                  <a:pt x="188877" y="59024"/>
                </a:lnTo>
                <a:cubicBezTo>
                  <a:pt x="188877" y="65554"/>
                  <a:pt x="183602" y="70829"/>
                  <a:pt x="177072" y="70829"/>
                </a:cubicBezTo>
                <a:lnTo>
                  <a:pt x="129853" y="70829"/>
                </a:lnTo>
                <a:cubicBezTo>
                  <a:pt x="123323" y="70829"/>
                  <a:pt x="118048" y="65554"/>
                  <a:pt x="118048" y="59024"/>
                </a:cubicBezTo>
                <a:cubicBezTo>
                  <a:pt x="118048" y="52494"/>
                  <a:pt x="123323" y="47219"/>
                  <a:pt x="129853" y="47219"/>
                </a:cubicBezTo>
                <a:lnTo>
                  <a:pt x="147523" y="47219"/>
                </a:lnTo>
                <a:lnTo>
                  <a:pt x="144720" y="44563"/>
                </a:lnTo>
                <a:cubicBezTo>
                  <a:pt x="144646" y="44489"/>
                  <a:pt x="144572" y="44416"/>
                  <a:pt x="144498" y="44342"/>
                </a:cubicBezTo>
                <a:cubicBezTo>
                  <a:pt x="116831" y="16674"/>
                  <a:pt x="72009" y="16674"/>
                  <a:pt x="44342" y="44342"/>
                </a:cubicBezTo>
                <a:cubicBezTo>
                  <a:pt x="16674" y="72009"/>
                  <a:pt x="16674" y="116831"/>
                  <a:pt x="44342" y="144498"/>
                </a:cubicBezTo>
                <a:cubicBezTo>
                  <a:pt x="72009" y="172166"/>
                  <a:pt x="116831" y="172166"/>
                  <a:pt x="144498" y="144498"/>
                </a:cubicBezTo>
                <a:cubicBezTo>
                  <a:pt x="147523" y="141473"/>
                  <a:pt x="150216" y="138264"/>
                  <a:pt x="152577" y="134870"/>
                </a:cubicBezTo>
                <a:cubicBezTo>
                  <a:pt x="156303" y="129521"/>
                  <a:pt x="163681" y="128230"/>
                  <a:pt x="169030" y="131956"/>
                </a:cubicBezTo>
                <a:cubicBezTo>
                  <a:pt x="174379" y="135681"/>
                  <a:pt x="175670" y="143059"/>
                  <a:pt x="171944" y="148409"/>
                </a:cubicBezTo>
                <a:cubicBezTo>
                  <a:pt x="168809" y="152909"/>
                  <a:pt x="165230" y="157188"/>
                  <a:pt x="161209" y="161209"/>
                </a:cubicBezTo>
                <a:cubicBezTo>
                  <a:pt x="124319" y="198099"/>
                  <a:pt x="64521" y="198099"/>
                  <a:pt x="27668" y="161209"/>
                </a:cubicBezTo>
                <a:cubicBezTo>
                  <a:pt x="-9186" y="124319"/>
                  <a:pt x="-9223" y="64558"/>
                  <a:pt x="27668" y="27668"/>
                </a:cubicBezTo>
                <a:cubicBezTo>
                  <a:pt x="64521" y="-9186"/>
                  <a:pt x="124209" y="-9223"/>
                  <a:pt x="161099" y="27557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61" name="Text 59"/>
          <p:cNvSpPr/>
          <p:nvPr/>
        </p:nvSpPr>
        <p:spPr>
          <a:xfrm>
            <a:off x="1104930" y="6374593"/>
            <a:ext cx="8272806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Práctica habitual:</a:t>
            </a:r>
            <a:pPr>
              <a:lnSpc>
                <a:spcPct val="130000"/>
              </a:lnSpc>
            </a:pPr>
            <a:r>
              <a:rPr lang="en-US" sz="1339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Realiza "pasadas" rápidas de revisión (teclado, zoom, contraste) y pruebas con usuarios reales.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500" y="0"/>
                </a:moveTo>
                <a:lnTo>
                  <a:pt x="2857500" y="0"/>
                </a:lnTo>
                <a:cubicBezTo>
                  <a:pt x="4434597" y="0"/>
                  <a:pt x="5715000" y="1280403"/>
                  <a:pt x="5715000" y="2857500"/>
                </a:cubicBezTo>
                <a:lnTo>
                  <a:pt x="5715000" y="2857500"/>
                </a:lnTo>
                <a:cubicBezTo>
                  <a:pt x="5715000" y="4434597"/>
                  <a:pt x="4434597" y="5715000"/>
                  <a:pt x="2857500" y="5715000"/>
                </a:cubicBezTo>
                <a:lnTo>
                  <a:pt x="2857500" y="5715000"/>
                </a:lnTo>
                <a:cubicBezTo>
                  <a:pt x="1280403" y="5715000"/>
                  <a:pt x="0" y="4434597"/>
                  <a:pt x="0" y="2857500"/>
                </a:cubicBezTo>
                <a:lnTo>
                  <a:pt x="0" y="2857500"/>
                </a:lnTo>
                <a:cubicBezTo>
                  <a:pt x="0" y="1280403"/>
                  <a:pt x="1280403" y="0"/>
                  <a:pt x="2857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001000" y="26670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500" y="0"/>
                </a:moveTo>
                <a:lnTo>
                  <a:pt x="2857500" y="0"/>
                </a:lnTo>
                <a:cubicBezTo>
                  <a:pt x="4434597" y="0"/>
                  <a:pt x="5715000" y="1280403"/>
                  <a:pt x="5715000" y="2857500"/>
                </a:cubicBezTo>
                <a:lnTo>
                  <a:pt x="5715000" y="2857500"/>
                </a:lnTo>
                <a:cubicBezTo>
                  <a:pt x="5715000" y="4434597"/>
                  <a:pt x="4434597" y="5715000"/>
                  <a:pt x="2857500" y="5715000"/>
                </a:cubicBezTo>
                <a:lnTo>
                  <a:pt x="2857500" y="5715000"/>
                </a:lnTo>
                <a:cubicBezTo>
                  <a:pt x="1280403" y="5715000"/>
                  <a:pt x="0" y="4434597"/>
                  <a:pt x="0" y="2857500"/>
                </a:cubicBezTo>
                <a:lnTo>
                  <a:pt x="0" y="2857500"/>
                </a:lnTo>
                <a:cubicBezTo>
                  <a:pt x="0" y="1280403"/>
                  <a:pt x="1280403" y="0"/>
                  <a:pt x="2857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135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rect l="l" t="t" r="r" b="b"/>
            <a:pathLst>
              <a:path w="7620000" h="7620000">
                <a:moveTo>
                  <a:pt x="3810000" y="0"/>
                </a:moveTo>
                <a:lnTo>
                  <a:pt x="3810000" y="0"/>
                </a:lnTo>
                <a:cubicBezTo>
                  <a:pt x="5912796" y="0"/>
                  <a:pt x="7620000" y="1707204"/>
                  <a:pt x="7620000" y="3810000"/>
                </a:cubicBezTo>
                <a:lnTo>
                  <a:pt x="7620000" y="3810000"/>
                </a:lnTo>
                <a:cubicBezTo>
                  <a:pt x="7620000" y="5912796"/>
                  <a:pt x="5912796" y="7620000"/>
                  <a:pt x="3810000" y="7620000"/>
                </a:cubicBezTo>
                <a:lnTo>
                  <a:pt x="3810000" y="7620000"/>
                </a:lnTo>
                <a:cubicBezTo>
                  <a:pt x="1707204" y="7620000"/>
                  <a:pt x="0" y="5912796"/>
                  <a:pt x="0" y="3810000"/>
                </a:cubicBezTo>
                <a:lnTo>
                  <a:pt x="0" y="3810000"/>
                </a:lnTo>
                <a:cubicBezTo>
                  <a:pt x="0" y="1707204"/>
                  <a:pt x="1707204" y="0"/>
                  <a:pt x="3810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 rot="2700000">
            <a:off x="9888072" y="591676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">
            <a:off x="1167361" y="48249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66D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10786129" y="392813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636270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4500" y="5219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53100" y="5219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1700" y="5219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50000">
                <a:srgbClr val="4ECDC4"/>
              </a:gs>
              <a:gs pos="100000">
                <a:srgbClr val="FFE66D"/>
              </a:gs>
            </a:gsLst>
            <a:lin ang="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4824115" y="440531"/>
            <a:ext cx="2543175" cy="504825"/>
          </a:xfrm>
          <a:custGeom>
            <a:avLst/>
            <a:gdLst/>
            <a:ahLst/>
            <a:cxnLst/>
            <a:rect l="l" t="t" r="r" b="b"/>
            <a:pathLst>
              <a:path w="2543175" h="504825">
                <a:moveTo>
                  <a:pt x="252413" y="0"/>
                </a:moveTo>
                <a:lnTo>
                  <a:pt x="2290763" y="0"/>
                </a:lnTo>
                <a:cubicBezTo>
                  <a:pt x="2430073" y="0"/>
                  <a:pt x="2543175" y="113102"/>
                  <a:pt x="2543175" y="252413"/>
                </a:cubicBezTo>
                <a:lnTo>
                  <a:pt x="2543175" y="252413"/>
                </a:lnTo>
                <a:cubicBezTo>
                  <a:pt x="2543175" y="391723"/>
                  <a:pt x="2430073" y="504825"/>
                  <a:pt x="229076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4ECDC4">
                  <a:alpha val="20000"/>
                </a:srgbClr>
              </a:gs>
            </a:gsLst>
            <a:lin ang="0" scaled="1"/>
          </a:gradFill>
          <a:ln w="127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0340" y="57864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8" name="Text 16"/>
          <p:cNvSpPr/>
          <p:nvPr/>
        </p:nvSpPr>
        <p:spPr>
          <a:xfrm>
            <a:off x="5409902" y="559594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91486" y="57864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20" name="Text 18"/>
          <p:cNvSpPr/>
          <p:nvPr/>
        </p:nvSpPr>
        <p:spPr>
          <a:xfrm>
            <a:off x="3519934" y="1178719"/>
            <a:ext cx="5153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7F7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Trabajando Juntas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1650" y="1978819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Usabilidad y accesibilidad son disciplinas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7F7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complementarias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que, aplicadas juntas, crean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7F7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experiencias web mejores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todos.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28725" y="3036094"/>
            <a:ext cx="3076575" cy="2114550"/>
          </a:xfrm>
          <a:custGeom>
            <a:avLst/>
            <a:gdLst/>
            <a:ahLst/>
            <a:cxnLst/>
            <a:rect l="l" t="t" r="r" b="b"/>
            <a:pathLst>
              <a:path w="3076575" h="2114550">
                <a:moveTo>
                  <a:pt x="152396" y="0"/>
                </a:moveTo>
                <a:lnTo>
                  <a:pt x="2924179" y="0"/>
                </a:lnTo>
                <a:cubicBezTo>
                  <a:pt x="3008345" y="0"/>
                  <a:pt x="3076575" y="68230"/>
                  <a:pt x="3076575" y="152396"/>
                </a:cubicBezTo>
                <a:lnTo>
                  <a:pt x="3076575" y="1962154"/>
                </a:lnTo>
                <a:cubicBezTo>
                  <a:pt x="3076575" y="2046320"/>
                  <a:pt x="3008345" y="2114550"/>
                  <a:pt x="2924179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01801" y="32361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6B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2654201" y="33885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883819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Usuarios Satisfechos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90650" y="4264819"/>
            <a:ext cx="2752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 mejorada para todos los usuarios, independientemente de sus capacidades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56075" y="3036094"/>
            <a:ext cx="3076575" cy="2114550"/>
          </a:xfrm>
          <a:custGeom>
            <a:avLst/>
            <a:gdLst/>
            <a:ahLst/>
            <a:cxnLst/>
            <a:rect l="l" t="t" r="r" b="b"/>
            <a:pathLst>
              <a:path w="3076575" h="2114550">
                <a:moveTo>
                  <a:pt x="152396" y="0"/>
                </a:moveTo>
                <a:lnTo>
                  <a:pt x="2924179" y="0"/>
                </a:lnTo>
                <a:cubicBezTo>
                  <a:pt x="3008345" y="0"/>
                  <a:pt x="3076575" y="68230"/>
                  <a:pt x="3076575" y="152396"/>
                </a:cubicBezTo>
                <a:lnTo>
                  <a:pt x="3076575" y="1962154"/>
                </a:lnTo>
                <a:cubicBezTo>
                  <a:pt x="3076575" y="2046320"/>
                  <a:pt x="3008345" y="2114550"/>
                  <a:pt x="2924179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254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29151" y="32361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5995839" y="338851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28575"/>
                </a:moveTo>
                <a:lnTo>
                  <a:pt x="157163" y="28575"/>
                </a:lnTo>
                <a:lnTo>
                  <a:pt x="157163" y="214313"/>
                </a:lnTo>
                <a:cubicBezTo>
                  <a:pt x="157163" y="222215"/>
                  <a:pt x="163547" y="228600"/>
                  <a:pt x="171450" y="228600"/>
                </a:cubicBezTo>
                <a:lnTo>
                  <a:pt x="185738" y="228600"/>
                </a:lnTo>
                <a:cubicBezTo>
                  <a:pt x="193640" y="228600"/>
                  <a:pt x="200025" y="222215"/>
                  <a:pt x="200025" y="214313"/>
                </a:cubicBezTo>
                <a:cubicBezTo>
                  <a:pt x="200025" y="206410"/>
                  <a:pt x="193640" y="200025"/>
                  <a:pt x="185738" y="200025"/>
                </a:cubicBezTo>
                <a:lnTo>
                  <a:pt x="185738" y="28575"/>
                </a:lnTo>
                <a:cubicBezTo>
                  <a:pt x="185738" y="12814"/>
                  <a:pt x="172923" y="0"/>
                  <a:pt x="157163" y="0"/>
                </a:cubicBezTo>
                <a:lnTo>
                  <a:pt x="114300" y="0"/>
                </a:lnTo>
                <a:lnTo>
                  <a:pt x="114300" y="0"/>
                </a:lnTo>
                <a:lnTo>
                  <a:pt x="42863" y="0"/>
                </a:ln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114300" y="228600"/>
                </a:lnTo>
                <a:cubicBezTo>
                  <a:pt x="122203" y="228600"/>
                  <a:pt x="128588" y="222215"/>
                  <a:pt x="128588" y="214313"/>
                </a:cubicBezTo>
                <a:lnTo>
                  <a:pt x="128588" y="28575"/>
                </a:lnTo>
                <a:close/>
                <a:moveTo>
                  <a:pt x="71438" y="114300"/>
                </a:moveTo>
                <a:cubicBezTo>
                  <a:pt x="71438" y="106415"/>
                  <a:pt x="77840" y="100013"/>
                  <a:pt x="85725" y="100013"/>
                </a:cubicBezTo>
                <a:cubicBezTo>
                  <a:pt x="93610" y="100013"/>
                  <a:pt x="100013" y="106415"/>
                  <a:pt x="100013" y="114300"/>
                </a:cubicBezTo>
                <a:cubicBezTo>
                  <a:pt x="100013" y="122185"/>
                  <a:pt x="93610" y="128588"/>
                  <a:pt x="85725" y="128588"/>
                </a:cubicBezTo>
                <a:cubicBezTo>
                  <a:pt x="77840" y="128588"/>
                  <a:pt x="71438" y="122185"/>
                  <a:pt x="71438" y="114300"/>
                </a:cubicBez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4698950" y="3883819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Menos Abandono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18000" y="4264819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 fricción, errores y tasa de rebote en el sitio web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83426" y="3036094"/>
            <a:ext cx="3076575" cy="2114550"/>
          </a:xfrm>
          <a:custGeom>
            <a:avLst/>
            <a:gdLst/>
            <a:ahLst/>
            <a:cxnLst/>
            <a:rect l="l" t="t" r="r" b="b"/>
            <a:pathLst>
              <a:path w="3076575" h="2114550">
                <a:moveTo>
                  <a:pt x="152396" y="0"/>
                </a:moveTo>
                <a:lnTo>
                  <a:pt x="2924179" y="0"/>
                </a:lnTo>
                <a:cubicBezTo>
                  <a:pt x="3008345" y="0"/>
                  <a:pt x="3076575" y="68230"/>
                  <a:pt x="3076575" y="152396"/>
                </a:cubicBezTo>
                <a:lnTo>
                  <a:pt x="3076575" y="1962154"/>
                </a:lnTo>
                <a:cubicBezTo>
                  <a:pt x="3076575" y="2046320"/>
                  <a:pt x="3008345" y="2114550"/>
                  <a:pt x="2924179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>
                  <a:alpha val="20000"/>
                </a:srgbClr>
              </a:gs>
              <a:gs pos="100000">
                <a:srgbClr val="FFE66D">
                  <a:alpha val="5000"/>
                </a:srgbClr>
              </a:gs>
            </a:gsLst>
            <a:lin ang="2700000" scaled="1"/>
          </a:gradFill>
          <a:ln w="25400">
            <a:solidFill>
              <a:srgbClr val="FFE66D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56650" y="32361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E66D"/>
              </a:gs>
              <a:gs pos="100000">
                <a:srgbClr val="FFE66D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9309050" y="33885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8026301" y="3883819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E66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Mayor Impacto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45351" y="4264819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7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Inversión en UX y A11y se traduce en resultados tangibles para el negocio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833563" y="5469731"/>
            <a:ext cx="8524875" cy="952500"/>
          </a:xfrm>
          <a:custGeom>
            <a:avLst/>
            <a:gdLst/>
            <a:ahLst/>
            <a:cxnLst/>
            <a:rect l="l" t="t" r="r" b="b"/>
            <a:pathLst>
              <a:path w="8524875" h="952500">
                <a:moveTo>
                  <a:pt x="152400" y="0"/>
                </a:moveTo>
                <a:lnTo>
                  <a:pt x="8372475" y="0"/>
                </a:lnTo>
                <a:cubicBezTo>
                  <a:pt x="8456587" y="0"/>
                  <a:pt x="8524875" y="68288"/>
                  <a:pt x="8524875" y="152400"/>
                </a:cubicBezTo>
                <a:lnTo>
                  <a:pt x="8524875" y="800100"/>
                </a:lnTo>
                <a:cubicBezTo>
                  <a:pt x="8524875" y="884212"/>
                  <a:pt x="8456587" y="952500"/>
                  <a:pt x="8372475" y="952500"/>
                </a:cubicBezTo>
                <a:lnTo>
                  <a:pt x="152400" y="952500"/>
                </a:lnTo>
                <a:cubicBezTo>
                  <a:pt x="68288" y="952500"/>
                  <a:pt x="0" y="884212"/>
                  <a:pt x="0" y="80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50000">
                <a:srgbClr val="4ECDC4">
                  <a:alpha val="20000"/>
                </a:srgbClr>
              </a:gs>
              <a:gs pos="100000">
                <a:srgbClr val="FFE66D">
                  <a:alpha val="20000"/>
                </a:srgbClr>
              </a:gs>
            </a:gsLst>
            <a:lin ang="0" scaled="1"/>
          </a:gradFill>
          <a:ln w="12700">
            <a:solidFill>
              <a:srgbClr val="F7F7F7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39404" y="57030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9" name="Text 37"/>
          <p:cNvSpPr/>
          <p:nvPr/>
        </p:nvSpPr>
        <p:spPr>
          <a:xfrm>
            <a:off x="2262188" y="5664994"/>
            <a:ext cx="79438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7F7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usabilidad es una combinación de resultados (efectividad), esfuerzo/tiempo (eficiencia) y percepción del usuario (satisfacción). La accesibilidad aporta el marco POUR y niveles A/AA/AAA.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+ A11Y: Usabilidad y Accesibilidad Web</dc:title>
  <dc:subject>UX + A11Y: Usabilidad y Accesibilidad Web</dc:subject>
  <dc:creator>Kimi</dc:creator>
  <cp:lastModifiedBy>Kimi</cp:lastModifiedBy>
  <cp:revision>1</cp:revision>
  <dcterms:created xsi:type="dcterms:W3CDTF">2026-01-27T17:03:56Z</dcterms:created>
  <dcterms:modified xsi:type="dcterms:W3CDTF">2026-01-27T17:03:56Z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{"Label":"UX + A11Y: Usabilidad y Accesibilidad Web","ContentProducer":"001191110108MACG2KBH8F10000","ProduceID":"19c004b5-0122-89e2-8000-0000674cf99d","ReservedCode1":"","ContentPropagator":"001191110108MACG2KBH8F20000","PropagateID":"19c004b5-0122-89e2-8000-0000674cf99d","ReservedCode2":""}</vt:lpwstr>
  </property>
</Properties>
</file>