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_rels/notesSlide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11.xml.rels" ContentType="application/vnd.openxmlformats-package.relationships+xml"/>
  <Override PartName="/ppt/slideLayouts/_rels/slideLayout12.xml.rels" ContentType="application/vnd.openxmlformats-package.relationships+xml"/>
  <Override PartName="/ppt/slideLayouts/_rels/slideLayout13.xml.rels" ContentType="application/vnd.openxmlformats-package.relationships+xml"/>
  <Override PartName="/ppt/slideLayouts/_rels/slideLayout14.xml.rels" ContentType="application/vnd.openxmlformats-package.relationships+xml"/>
  <Override PartName="/ppt/slideLayouts/_rels/slideLayout15.xml.rels" ContentType="application/vnd.openxmlformats-package.relationships+xml"/>
  <Override PartName="/ppt/slideLayouts/_rels/slideLayout16.xml.rels" ContentType="application/vnd.openxmlformats-package.relationships+xml"/>
  <Override PartName="/ppt/slideLayouts/_rels/slideLayout17.xml.rels" ContentType="application/vnd.openxmlformats-package.relationships+xml"/>
  <Override PartName="/ppt/slideLayouts/_rels/slideLayout18.xml.rels" ContentType="application/vnd.openxmlformats-package.relationships+xml"/>
  <Override PartName="/ppt/slideLayouts/_rels/slideLayout19.xml.rels" ContentType="application/vnd.openxmlformats-package.relationships+xml"/>
  <Override PartName="/ppt/slideLayouts/_rels/slideLayout20.xml.rels" ContentType="application/vnd.openxmlformats-package.relationships+xml"/>
  <Override PartName="/ppt/slideLayouts/_rels/slideLayout21.xml.rels" ContentType="application/vnd.openxmlformats-package.relationships+xml"/>
  <Override PartName="/ppt/slideLayouts/_rels/slideLayout22.xml.rels" ContentType="application/vnd.openxmlformats-package.relationships+xml"/>
  <Override PartName="/ppt/slideLayouts/_rels/slideLayout23.xml.rels" ContentType="application/vnd.openxmlformats-package.relationships+xml"/>
  <Override PartName="/ppt/slideLayouts/_rels/slideLayout24.xml.rels" ContentType="application/vnd.openxmlformats-package.relationships+xml"/>
  <Override PartName="/ppt/media/image1.png" ContentType="image/png"/>
  <Override PartName="/ppt/media/image2.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x="9144000" cy="6858000"/>
  <p:notesSz cx="9144000" cy="6858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s-ES" sz="1800" spc="-1" strike="noStrike">
                <a:solidFill>
                  <a:srgbClr val="ffffff"/>
                </a:solidFill>
                <a:latin typeface="Constantia"/>
              </a:rPr>
              <a:t>Pulse para desplazar la diapositiva</a:t>
            </a:r>
            <a:endParaRPr b="0" lang="es-ES" sz="1800" spc="-1" strike="noStrike">
              <a:solidFill>
                <a:srgbClr val="ffffff"/>
              </a:solidFill>
              <a:latin typeface="Constantia"/>
            </a:endParaRPr>
          </a:p>
        </p:txBody>
      </p:sp>
      <p:sp>
        <p:nvSpPr>
          <p:cNvPr id="9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s-ES" sz="2000" spc="-1" strike="noStrike">
                <a:latin typeface="Arial"/>
              </a:rPr>
              <a:t>Pulse para editar el formato de las notas</a:t>
            </a:r>
            <a:endParaRPr b="0" lang="es-ES" sz="2000" spc="-1" strike="noStrike">
              <a:latin typeface="Arial"/>
            </a:endParaRPr>
          </a:p>
        </p:txBody>
      </p:sp>
      <p:sp>
        <p:nvSpPr>
          <p:cNvPr id="94"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s-ES" sz="1400" spc="-1" strike="noStrike">
                <a:latin typeface="Times New Roman"/>
              </a:rPr>
              <a:t>&lt;cabecera&gt;</a:t>
            </a:r>
            <a:endParaRPr b="0" lang="es-ES" sz="1400" spc="-1" strike="noStrike">
              <a:latin typeface="Times New Roman"/>
            </a:endParaRPr>
          </a:p>
        </p:txBody>
      </p:sp>
      <p:sp>
        <p:nvSpPr>
          <p:cNvPr id="95" name="PlaceHolder 4"/>
          <p:cNvSpPr>
            <a:spLocks noGrp="1"/>
          </p:cNvSpPr>
          <p:nvPr>
            <p:ph type="dt" idx="7"/>
          </p:nvPr>
        </p:nvSpPr>
        <p:spPr>
          <a:xfrm>
            <a:off x="4278960" y="0"/>
            <a:ext cx="3280680" cy="534240"/>
          </a:xfrm>
          <a:prstGeom prst="rect">
            <a:avLst/>
          </a:prstGeom>
          <a:noFill/>
          <a:ln w="0">
            <a:noFill/>
          </a:ln>
        </p:spPr>
        <p:txBody>
          <a:bodyPr lIns="0" rIns="0" tIns="0" bIns="0" anchor="t">
            <a:noAutofit/>
          </a:bodyPr>
          <a:lstStyle>
            <a:lvl1pPr algn="r">
              <a:buNone/>
              <a:defRPr b="0" lang="es-ES" sz="1400" spc="-1" strike="noStrike">
                <a:latin typeface="Times New Roman"/>
              </a:defRPr>
            </a:lvl1pPr>
          </a:lstStyle>
          <a:p>
            <a:pPr algn="r">
              <a:buNone/>
            </a:pPr>
            <a:r>
              <a:rPr b="0" lang="es-ES" sz="1400" spc="-1" strike="noStrike">
                <a:latin typeface="Times New Roman"/>
              </a:rPr>
              <a:t>&lt;fecha/hora&gt;</a:t>
            </a:r>
            <a:endParaRPr b="0" lang="es-ES" sz="1400" spc="-1" strike="noStrike">
              <a:latin typeface="Times New Roman"/>
            </a:endParaRPr>
          </a:p>
        </p:txBody>
      </p:sp>
      <p:sp>
        <p:nvSpPr>
          <p:cNvPr id="96" name="PlaceHolder 5"/>
          <p:cNvSpPr>
            <a:spLocks noGrp="1"/>
          </p:cNvSpPr>
          <p:nvPr>
            <p:ph type="ftr" idx="8"/>
          </p:nvPr>
        </p:nvSpPr>
        <p:spPr>
          <a:xfrm>
            <a:off x="0" y="10157400"/>
            <a:ext cx="3280680" cy="534240"/>
          </a:xfrm>
          <a:prstGeom prst="rect">
            <a:avLst/>
          </a:prstGeom>
          <a:noFill/>
          <a:ln w="0">
            <a:noFill/>
          </a:ln>
        </p:spPr>
        <p:txBody>
          <a:bodyPr lIns="0" rIns="0" tIns="0" bIns="0" anchor="b">
            <a:noAutofit/>
          </a:bodyPr>
          <a:lstStyle>
            <a:lvl1pPr>
              <a:defRPr b="0" lang="es-ES" sz="1400" spc="-1" strike="noStrike">
                <a:latin typeface="Times New Roman"/>
              </a:defRPr>
            </a:lvl1pPr>
          </a:lstStyle>
          <a:p>
            <a:r>
              <a:rPr b="0" lang="es-ES" sz="1400" spc="-1" strike="noStrike">
                <a:latin typeface="Times New Roman"/>
              </a:rPr>
              <a:t>&lt;pie de página&gt;</a:t>
            </a:r>
            <a:endParaRPr b="0" lang="es-ES" sz="1400" spc="-1" strike="noStrike">
              <a:latin typeface="Times New Roman"/>
            </a:endParaRPr>
          </a:p>
        </p:txBody>
      </p:sp>
      <p:sp>
        <p:nvSpPr>
          <p:cNvPr id="97" name="PlaceHolder 6"/>
          <p:cNvSpPr>
            <a:spLocks noGrp="1"/>
          </p:cNvSpPr>
          <p:nvPr>
            <p:ph type="sldNum" idx="9"/>
          </p:nvPr>
        </p:nvSpPr>
        <p:spPr>
          <a:xfrm>
            <a:off x="4278960" y="10157400"/>
            <a:ext cx="3280680" cy="534240"/>
          </a:xfrm>
          <a:prstGeom prst="rect">
            <a:avLst/>
          </a:prstGeom>
          <a:noFill/>
          <a:ln w="0">
            <a:noFill/>
          </a:ln>
        </p:spPr>
        <p:txBody>
          <a:bodyPr lIns="0" rIns="0" tIns="0" bIns="0" anchor="b">
            <a:noAutofit/>
          </a:bodyPr>
          <a:lstStyle>
            <a:lvl1pPr algn="r">
              <a:buNone/>
              <a:defRPr b="0" lang="es-ES" sz="1400" spc="-1" strike="noStrike">
                <a:latin typeface="Times New Roman"/>
              </a:defRPr>
            </a:lvl1pPr>
          </a:lstStyle>
          <a:p>
            <a:pPr algn="r">
              <a:buNone/>
            </a:pPr>
            <a:fld id="{30E208FE-144E-4F62-B280-D839753AB27E}" type="slidenum">
              <a:rPr b="0" lang="es-ES" sz="1400" spc="-1" strike="noStrike">
                <a:latin typeface="Times New Roman"/>
              </a:rPr>
              <a:t>&lt;número&gt;</a:t>
            </a:fld>
            <a:endParaRPr b="0" lang="es-E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sldImg"/>
          </p:nvPr>
        </p:nvSpPr>
        <p:spPr>
          <a:xfrm>
            <a:off x="2857680" y="514440"/>
            <a:ext cx="3428640" cy="2571480"/>
          </a:xfrm>
          <a:prstGeom prst="rect">
            <a:avLst/>
          </a:prstGeom>
          <a:ln w="0">
            <a:noFill/>
          </a:ln>
        </p:spPr>
      </p:sp>
      <p:sp>
        <p:nvSpPr>
          <p:cNvPr id="127" name="PlaceHolder 2"/>
          <p:cNvSpPr>
            <a:spLocks noGrp="1"/>
          </p:cNvSpPr>
          <p:nvPr>
            <p:ph type="body"/>
          </p:nvPr>
        </p:nvSpPr>
        <p:spPr>
          <a:xfrm>
            <a:off x="914400" y="3257640"/>
            <a:ext cx="7314840" cy="3085920"/>
          </a:xfrm>
          <a:prstGeom prst="rect">
            <a:avLst/>
          </a:prstGeom>
          <a:noFill/>
          <a:ln w="0">
            <a:noFill/>
          </a:ln>
        </p:spPr>
        <p:txBody>
          <a:bodyPr anchor="t">
            <a:noAutofit/>
          </a:bodyPr>
          <a:p>
            <a:endParaRPr b="0" lang="es-ES" sz="2000" spc="-1" strike="noStrike">
              <a:latin typeface="Arial"/>
            </a:endParaRPr>
          </a:p>
        </p:txBody>
      </p:sp>
      <p:sp>
        <p:nvSpPr>
          <p:cNvPr id="128" name="PlaceHolder 3"/>
          <p:cNvSpPr>
            <a:spLocks noGrp="1"/>
          </p:cNvSpPr>
          <p:nvPr>
            <p:ph type="sldNum" idx="10"/>
          </p:nvPr>
        </p:nvSpPr>
        <p:spPr>
          <a:xfrm>
            <a:off x="5179320" y="6513840"/>
            <a:ext cx="3962160" cy="342720"/>
          </a:xfrm>
          <a:prstGeom prst="rect">
            <a:avLst/>
          </a:prstGeom>
          <a:noFill/>
          <a:ln w="0">
            <a:noFill/>
          </a:ln>
        </p:spPr>
        <p:txBody>
          <a:bodyPr anchor="b">
            <a:noAutofit/>
          </a:bodyPr>
          <a:lstStyle>
            <a:lvl1pPr algn="r">
              <a:lnSpc>
                <a:spcPct val="100000"/>
              </a:lnSpc>
              <a:buNone/>
              <a:defRPr b="0" lang="es-ES" sz="1200" spc="-1" strike="noStrike">
                <a:solidFill>
                  <a:srgbClr val="000000"/>
                </a:solidFill>
                <a:latin typeface="+mn-lt"/>
                <a:ea typeface="+mn-ea"/>
              </a:defRPr>
            </a:lvl1pPr>
          </a:lstStyle>
          <a:p>
            <a:pPr algn="r">
              <a:lnSpc>
                <a:spcPct val="100000"/>
              </a:lnSpc>
              <a:buNone/>
            </a:pPr>
            <a:fld id="{571492D6-B1B9-4971-BF67-C602FF5FEA72}" type="slidenum">
              <a:rPr b="0" lang="es-ES" sz="1200" spc="-1" strike="noStrike">
                <a:solidFill>
                  <a:srgbClr val="000000"/>
                </a:solidFill>
                <a:latin typeface="+mn-lt"/>
                <a:ea typeface="+mn-ea"/>
              </a:rPr>
              <a:t>&lt;número&gt;</a:t>
            </a:fld>
            <a:endParaRPr b="0" lang="es-E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56EB8EA5-0A57-439E-B7A9-2E0719136202}" type="slidenum">
              <a:t>&lt;#&gt;</a:t>
            </a:fld>
          </a:p>
        </p:txBody>
      </p:sp>
      <p:sp>
        <p:nvSpPr>
          <p:cNvPr id="4" name="PlaceHolder 3"/>
          <p:cNvSpPr>
            <a:spLocks noGrp="1"/>
          </p:cNvSpPr>
          <p:nvPr>
            <p:ph type="dt" idx="1"/>
          </p:nvPr>
        </p:nvSpPr>
        <p:spPr/>
        <p:txBody>
          <a:bodyPr/>
          <a:p>
            <a:r>
              <a:rPr lang="es-E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11"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ES"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7B7F84A-6850-437E-AF1B-ED8AC797947F}"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13"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F8BE80EF-4A14-4FA9-8F57-95ED59C6B933}" type="slidenum">
              <a:t>&lt;#&gt;</a:t>
            </a:fld>
          </a:p>
        </p:txBody>
      </p:sp>
      <p:sp>
        <p:nvSpPr>
          <p:cNvPr id="6" name="PlaceHolder 5"/>
          <p:cNvSpPr>
            <a:spLocks noGrp="1"/>
          </p:cNvSpPr>
          <p:nvPr>
            <p:ph type="dt" idx="1"/>
          </p:nvPr>
        </p:nvSpPr>
        <p:spPr/>
        <p:txBody>
          <a:bodyPr/>
          <a:p>
            <a:r>
              <a:rPr lang="es-E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15"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16"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4B785F46-6903-4F52-A0AA-59B1BFC587C8}" type="slidenum">
              <a:t>&lt;#&gt;</a:t>
            </a:fld>
          </a:p>
        </p:txBody>
      </p:sp>
      <p:sp>
        <p:nvSpPr>
          <p:cNvPr id="7" name="PlaceHolder 6"/>
          <p:cNvSpPr>
            <a:spLocks noGrp="1"/>
          </p:cNvSpPr>
          <p:nvPr>
            <p:ph type="dt" idx="1"/>
          </p:nvPr>
        </p:nvSpPr>
        <p:spPr/>
        <p:txBody>
          <a:bodyPr/>
          <a:p>
            <a:r>
              <a:rPr lang="es-E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8196184-23CB-4D23-BF7A-2751C5D527B1}" type="slidenum">
              <a:t>&lt;#&gt;</a:t>
            </a:fld>
          </a:p>
        </p:txBody>
      </p:sp>
      <p:sp>
        <p:nvSpPr>
          <p:cNvPr id="5" name="PlaceHolder 4"/>
          <p:cNvSpPr>
            <a:spLocks noGrp="1"/>
          </p:cNvSpPr>
          <p:nvPr>
            <p:ph type="dt" idx="1"/>
          </p:nvPr>
        </p:nvSpPr>
        <p:spPr/>
        <p:txBody>
          <a:bodyPr/>
          <a:p>
            <a:r>
              <a:rPr lang="es-E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ES"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D767FAB7-F7C7-4142-8EB8-700FE45B16D2}" type="slidenum">
              <a:t>&lt;#&gt;</a:t>
            </a:fld>
          </a:p>
        </p:txBody>
      </p:sp>
      <p:sp>
        <p:nvSpPr>
          <p:cNvPr id="5" name="PlaceHolder 4"/>
          <p:cNvSpPr>
            <a:spLocks noGrp="1"/>
          </p:cNvSpPr>
          <p:nvPr>
            <p:ph type="dt" idx="1"/>
          </p:nvPr>
        </p:nvSpPr>
        <p:spPr/>
        <p:txBody>
          <a:bodyPr/>
          <a:p>
            <a:r>
              <a:rPr lang="es-E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20"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21"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22"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9A7A2209-D63A-4FA3-8C85-63FF350A11BC}" type="slidenum">
              <a:t>&lt;#&gt;</a:t>
            </a:fld>
          </a:p>
        </p:txBody>
      </p:sp>
      <p:sp>
        <p:nvSpPr>
          <p:cNvPr id="8" name="PlaceHolder 7"/>
          <p:cNvSpPr>
            <a:spLocks noGrp="1"/>
          </p:cNvSpPr>
          <p:nvPr>
            <p:ph type="dt" idx="1"/>
          </p:nvPr>
        </p:nvSpPr>
        <p:spPr/>
        <p:txBody>
          <a:bodyPr/>
          <a:p>
            <a:r>
              <a:rPr lang="es-E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24"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25"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26"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53ED390C-31B9-4E92-9934-D44B7F550326}" type="slidenum">
              <a:t>&lt;#&gt;</a:t>
            </a:fld>
          </a:p>
        </p:txBody>
      </p:sp>
      <p:sp>
        <p:nvSpPr>
          <p:cNvPr id="8" name="PlaceHolder 7"/>
          <p:cNvSpPr>
            <a:spLocks noGrp="1"/>
          </p:cNvSpPr>
          <p:nvPr>
            <p:ph type="dt" idx="1"/>
          </p:nvPr>
        </p:nvSpPr>
        <p:spPr/>
        <p:txBody>
          <a:bodyPr/>
          <a:p>
            <a:r>
              <a:rPr lang="es-E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28"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29"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30"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1B1EB39-DEF8-4C6F-9477-B4AD7C8FE2F2}" type="slidenum">
              <a:t>&lt;#&gt;</a:t>
            </a:fld>
          </a:p>
        </p:txBody>
      </p:sp>
      <p:sp>
        <p:nvSpPr>
          <p:cNvPr id="8" name="PlaceHolder 7"/>
          <p:cNvSpPr>
            <a:spLocks noGrp="1"/>
          </p:cNvSpPr>
          <p:nvPr>
            <p:ph type="dt" idx="1"/>
          </p:nvPr>
        </p:nvSpPr>
        <p:spPr/>
        <p:txBody>
          <a:bodyPr/>
          <a:p>
            <a:r>
              <a:rPr lang="es-E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32"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33"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64B00D1F-7FF7-488E-BDD9-4993CB7A6C3D}" type="slidenum">
              <a:t>&lt;#&gt;</a:t>
            </a:fld>
          </a:p>
        </p:txBody>
      </p:sp>
      <p:sp>
        <p:nvSpPr>
          <p:cNvPr id="7" name="PlaceHolder 6"/>
          <p:cNvSpPr>
            <a:spLocks noGrp="1"/>
          </p:cNvSpPr>
          <p:nvPr>
            <p:ph type="dt" idx="1"/>
          </p:nvPr>
        </p:nvSpPr>
        <p:spPr/>
        <p:txBody>
          <a:bodyPr/>
          <a:p>
            <a:r>
              <a:rPr lang="es-E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35"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36"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37"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38"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4890E5FA-7F82-41B1-9EEB-64C45E433C33}" type="slidenum">
              <a:t>&lt;#&gt;</a:t>
            </a:fld>
          </a:p>
        </p:txBody>
      </p:sp>
      <p:sp>
        <p:nvSpPr>
          <p:cNvPr id="9" name="PlaceHolder 8"/>
          <p:cNvSpPr>
            <a:spLocks noGrp="1"/>
          </p:cNvSpPr>
          <p:nvPr>
            <p:ph type="dt" idx="1"/>
          </p:nvPr>
        </p:nvSpPr>
        <p:spPr/>
        <p:txBody>
          <a:bodyPr/>
          <a:p>
            <a:r>
              <a:rPr lang="es-E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40"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1"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2"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3"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4"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5"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5954D3CB-C0B5-4FDD-A0C1-16AC96FBDF7E}" type="slidenum">
              <a:t>&lt;#&gt;</a:t>
            </a:fld>
          </a:p>
        </p:txBody>
      </p:sp>
      <p:sp>
        <p:nvSpPr>
          <p:cNvPr id="11" name="PlaceHolder 10"/>
          <p:cNvSpPr>
            <a:spLocks noGrp="1"/>
          </p:cNvSpPr>
          <p:nvPr>
            <p:ph type="dt" idx="1"/>
          </p:nvPr>
        </p:nvSpPr>
        <p:spPr/>
        <p:txBody>
          <a:bodyPr/>
          <a:p>
            <a:r>
              <a:rPr lang="es-E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DA4324A4-4422-452C-9829-33D9C69E71DF}" type="slidenum">
              <a:t>&lt;#&gt;</a:t>
            </a:fld>
          </a:p>
        </p:txBody>
      </p:sp>
      <p:sp>
        <p:nvSpPr>
          <p:cNvPr id="4" name="PlaceHolder 3"/>
          <p:cNvSpPr>
            <a:spLocks noGrp="1"/>
          </p:cNvSpPr>
          <p:nvPr>
            <p:ph type="dt" idx="4"/>
          </p:nvPr>
        </p:nvSpPr>
        <p:spPr/>
        <p:txBody>
          <a:bodyPr/>
          <a:p>
            <a:r>
              <a:rPr lang="es-E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6"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57" name="PlaceHolder 2"/>
          <p:cNvSpPr>
            <a:spLocks noGrp="1"/>
          </p:cNvSpPr>
          <p:nvPr>
            <p:ph type="subTitle"/>
          </p:nvPr>
        </p:nvSpPr>
        <p:spPr>
          <a:xfrm>
            <a:off x="457200" y="1935360"/>
            <a:ext cx="8229240" cy="4388760"/>
          </a:xfrm>
          <a:prstGeom prst="rect">
            <a:avLst/>
          </a:prstGeom>
          <a:noFill/>
          <a:ln w="0">
            <a:noFill/>
          </a:ln>
        </p:spPr>
        <p:txBody>
          <a:bodyPr lIns="0" rIns="0" tIns="0" bIns="0" anchor="ctr">
            <a:noAutofit/>
          </a:bodyPr>
          <a:p>
            <a:pPr algn="ctr">
              <a:buNone/>
            </a:pPr>
            <a:endParaRPr b="0" lang="es-ES"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6E74668B-E545-4393-A8EC-B05CE9F323AE}" type="slidenum">
              <a:t>&lt;#&gt;</a:t>
            </a:fld>
          </a:p>
        </p:txBody>
      </p:sp>
      <p:sp>
        <p:nvSpPr>
          <p:cNvPr id="6" name="PlaceHolder 5"/>
          <p:cNvSpPr>
            <a:spLocks noGrp="1"/>
          </p:cNvSpPr>
          <p:nvPr>
            <p:ph type="dt" idx="4"/>
          </p:nvPr>
        </p:nvSpPr>
        <p:spPr/>
        <p:txBody>
          <a:bodyPr/>
          <a:p>
            <a:r>
              <a:rPr lang="es-E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8"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59" name="PlaceHolder 2"/>
          <p:cNvSpPr>
            <a:spLocks noGrp="1"/>
          </p:cNvSpPr>
          <p:nvPr>
            <p:ph/>
          </p:nvPr>
        </p:nvSpPr>
        <p:spPr>
          <a:xfrm>
            <a:off x="457200" y="1935360"/>
            <a:ext cx="822924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F818964-14E0-43D0-BC0A-C0456E90AD04}" type="slidenum">
              <a:t>&lt;#&gt;</a:t>
            </a:fld>
          </a:p>
        </p:txBody>
      </p:sp>
      <p:sp>
        <p:nvSpPr>
          <p:cNvPr id="6" name="PlaceHolder 5"/>
          <p:cNvSpPr>
            <a:spLocks noGrp="1"/>
          </p:cNvSpPr>
          <p:nvPr>
            <p:ph type="dt" idx="4"/>
          </p:nvPr>
        </p:nvSpPr>
        <p:spPr/>
        <p:txBody>
          <a:bodyPr/>
          <a:p>
            <a:r>
              <a:rPr lang="es-E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61"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2"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87E34FA2-B319-47B6-8C92-B662A148A4D2}" type="slidenum">
              <a:t>&lt;#&gt;</a:t>
            </a:fld>
          </a:p>
        </p:txBody>
      </p:sp>
      <p:sp>
        <p:nvSpPr>
          <p:cNvPr id="7" name="PlaceHolder 6"/>
          <p:cNvSpPr>
            <a:spLocks noGrp="1"/>
          </p:cNvSpPr>
          <p:nvPr>
            <p:ph type="dt" idx="4"/>
          </p:nvPr>
        </p:nvSpPr>
        <p:spPr/>
        <p:txBody>
          <a:bodyPr/>
          <a:p>
            <a:r>
              <a:rPr lang="es-E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6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12BC1D40-DE72-4AD1-9052-6BB776FB884C}" type="slidenum">
              <a:t>&lt;#&gt;</a:t>
            </a:fld>
          </a:p>
        </p:txBody>
      </p:sp>
      <p:sp>
        <p:nvSpPr>
          <p:cNvPr id="5" name="PlaceHolder 4"/>
          <p:cNvSpPr>
            <a:spLocks noGrp="1"/>
          </p:cNvSpPr>
          <p:nvPr>
            <p:ph type="dt" idx="4"/>
          </p:nvPr>
        </p:nvSpPr>
        <p:spPr/>
        <p:txBody>
          <a:bodyPr/>
          <a:p>
            <a:r>
              <a:rPr lang="es-E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64" name="PlaceHolder 1"/>
          <p:cNvSpPr>
            <a:spLocks noGrp="1"/>
          </p:cNvSpPr>
          <p:nvPr>
            <p:ph type="subTitle"/>
          </p:nvPr>
        </p:nvSpPr>
        <p:spPr>
          <a:xfrm>
            <a:off x="457200" y="704160"/>
            <a:ext cx="8229240" cy="5297760"/>
          </a:xfrm>
          <a:prstGeom prst="rect">
            <a:avLst/>
          </a:prstGeom>
          <a:noFill/>
          <a:ln w="0">
            <a:noFill/>
          </a:ln>
        </p:spPr>
        <p:txBody>
          <a:bodyPr lIns="0" rIns="0" tIns="0" bIns="0" anchor="ctr">
            <a:noAutofit/>
          </a:bodyPr>
          <a:p>
            <a:pPr algn="ctr">
              <a:buNone/>
            </a:pPr>
            <a:endParaRPr b="0" lang="es-ES"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6CC029-1546-4ED9-8131-048FE0E19329}" type="slidenum">
              <a:t>&lt;#&gt;</a:t>
            </a:fld>
          </a:p>
        </p:txBody>
      </p:sp>
      <p:sp>
        <p:nvSpPr>
          <p:cNvPr id="5" name="PlaceHolder 4"/>
          <p:cNvSpPr>
            <a:spLocks noGrp="1"/>
          </p:cNvSpPr>
          <p:nvPr>
            <p:ph type="dt" idx="4"/>
          </p:nvPr>
        </p:nvSpPr>
        <p:spPr/>
        <p:txBody>
          <a:bodyPr/>
          <a:p>
            <a:r>
              <a:rPr lang="es-E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66"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7" name="PlaceHolder 3"/>
          <p:cNvSpPr>
            <a:spLocks noGrp="1"/>
          </p:cNvSpPr>
          <p:nvPr>
            <p:ph/>
          </p:nvPr>
        </p:nvSpPr>
        <p:spPr>
          <a:xfrm>
            <a:off x="467424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8"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2F585065-C4D0-4D84-A7D5-56BA147C58AB}" type="slidenum">
              <a:t>&lt;#&gt;</a:t>
            </a:fld>
          </a:p>
        </p:txBody>
      </p:sp>
      <p:sp>
        <p:nvSpPr>
          <p:cNvPr id="8" name="PlaceHolder 7"/>
          <p:cNvSpPr>
            <a:spLocks noGrp="1"/>
          </p:cNvSpPr>
          <p:nvPr>
            <p:ph type="dt" idx="4"/>
          </p:nvPr>
        </p:nvSpPr>
        <p:spPr/>
        <p:txBody>
          <a:bodyPr/>
          <a:p>
            <a:r>
              <a:rPr lang="es-E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70" name="PlaceHolder 2"/>
          <p:cNvSpPr>
            <a:spLocks noGrp="1"/>
          </p:cNvSpPr>
          <p:nvPr>
            <p:ph/>
          </p:nvPr>
        </p:nvSpPr>
        <p:spPr>
          <a:xfrm>
            <a:off x="457200" y="1935360"/>
            <a:ext cx="4015800" cy="438876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1"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2" name="PlaceHolder 4"/>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B962BCC-F23D-4002-9ABE-8DA42D868B5E}" type="slidenum">
              <a:t>&lt;#&gt;</a:t>
            </a:fld>
          </a:p>
        </p:txBody>
      </p:sp>
      <p:sp>
        <p:nvSpPr>
          <p:cNvPr id="8" name="PlaceHolder 7"/>
          <p:cNvSpPr>
            <a:spLocks noGrp="1"/>
          </p:cNvSpPr>
          <p:nvPr>
            <p:ph type="dt" idx="4"/>
          </p:nvPr>
        </p:nvSpPr>
        <p:spPr/>
        <p:txBody>
          <a:bodyPr/>
          <a:p>
            <a:r>
              <a:rPr lang="es-ES"/>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73"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74"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5"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6" name="PlaceHolder 4"/>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67F7F07F-597D-4AEE-BE18-101B2143CD59}" type="slidenum">
              <a:t>&lt;#&gt;</a:t>
            </a:fld>
          </a:p>
        </p:txBody>
      </p:sp>
      <p:sp>
        <p:nvSpPr>
          <p:cNvPr id="8" name="PlaceHolder 7"/>
          <p:cNvSpPr>
            <a:spLocks noGrp="1"/>
          </p:cNvSpPr>
          <p:nvPr>
            <p:ph type="dt" idx="4"/>
          </p:nvPr>
        </p:nvSpPr>
        <p:spPr/>
        <p:txBody>
          <a:bodyPr/>
          <a:p>
            <a:r>
              <a:rPr lang="es-ES"/>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78" name="PlaceHolder 2"/>
          <p:cNvSpPr>
            <a:spLocks noGrp="1"/>
          </p:cNvSpPr>
          <p:nvPr>
            <p:ph/>
          </p:nvPr>
        </p:nvSpPr>
        <p:spPr>
          <a:xfrm>
            <a:off x="457200" y="193536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9" name="PlaceHolder 3"/>
          <p:cNvSpPr>
            <a:spLocks noGrp="1"/>
          </p:cNvSpPr>
          <p:nvPr>
            <p:ph/>
          </p:nvPr>
        </p:nvSpPr>
        <p:spPr>
          <a:xfrm>
            <a:off x="457200" y="4228200"/>
            <a:ext cx="822924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A7FF3FE3-07CA-48A6-AC75-20D6863EF07A}" type="slidenum">
              <a:t>&lt;#&gt;</a:t>
            </a:fld>
          </a:p>
        </p:txBody>
      </p:sp>
      <p:sp>
        <p:nvSpPr>
          <p:cNvPr id="7" name="PlaceHolder 6"/>
          <p:cNvSpPr>
            <a:spLocks noGrp="1"/>
          </p:cNvSpPr>
          <p:nvPr>
            <p:ph type="dt" idx="4"/>
          </p:nvPr>
        </p:nvSpPr>
        <p:spPr/>
        <p:txBody>
          <a:bodyPr/>
          <a:p>
            <a:r>
              <a:rPr lang="es-ES"/>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81" name="PlaceHolder 2"/>
          <p:cNvSpPr>
            <a:spLocks noGrp="1"/>
          </p:cNvSpPr>
          <p:nvPr>
            <p:ph/>
          </p:nvPr>
        </p:nvSpPr>
        <p:spPr>
          <a:xfrm>
            <a:off x="45720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2" name="PlaceHolder 3"/>
          <p:cNvSpPr>
            <a:spLocks noGrp="1"/>
          </p:cNvSpPr>
          <p:nvPr>
            <p:ph/>
          </p:nvPr>
        </p:nvSpPr>
        <p:spPr>
          <a:xfrm>
            <a:off x="4674240" y="193536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3" name="PlaceHolder 4"/>
          <p:cNvSpPr>
            <a:spLocks noGrp="1"/>
          </p:cNvSpPr>
          <p:nvPr>
            <p:ph/>
          </p:nvPr>
        </p:nvSpPr>
        <p:spPr>
          <a:xfrm>
            <a:off x="45720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4" name="PlaceHolder 5"/>
          <p:cNvSpPr>
            <a:spLocks noGrp="1"/>
          </p:cNvSpPr>
          <p:nvPr>
            <p:ph/>
          </p:nvPr>
        </p:nvSpPr>
        <p:spPr>
          <a:xfrm>
            <a:off x="4674240" y="4228200"/>
            <a:ext cx="40158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117355E6-326D-4E46-B0D4-F080B831C60F}" type="slidenum">
              <a:t>&lt;#&gt;</a:t>
            </a:fld>
          </a:p>
        </p:txBody>
      </p:sp>
      <p:sp>
        <p:nvSpPr>
          <p:cNvPr id="9" name="PlaceHolder 8"/>
          <p:cNvSpPr>
            <a:spLocks noGrp="1"/>
          </p:cNvSpPr>
          <p:nvPr>
            <p:ph type="dt" idx="4"/>
          </p:nvPr>
        </p:nvSpPr>
        <p:spPr/>
        <p:txBody>
          <a:bodyPr/>
          <a:p>
            <a:r>
              <a:rPr lang="es-ES"/>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85" name="PlaceHolder 1"/>
          <p:cNvSpPr>
            <a:spLocks noGrp="1"/>
          </p:cNvSpPr>
          <p:nvPr>
            <p:ph type="title"/>
          </p:nvPr>
        </p:nvSpPr>
        <p:spPr>
          <a:xfrm>
            <a:off x="457200" y="704160"/>
            <a:ext cx="8229240" cy="1142640"/>
          </a:xfrm>
          <a:prstGeom prst="rect">
            <a:avLst/>
          </a:prstGeom>
          <a:noFill/>
          <a:ln w="0">
            <a:noFill/>
          </a:ln>
        </p:spPr>
        <p:txBody>
          <a:bodyPr lIns="0" rIns="0" tIns="0" bIns="0" anchor="ctr">
            <a:noAutofit/>
          </a:bodyPr>
          <a:p>
            <a:endParaRPr b="0" lang="es-ES" sz="1800" spc="-1" strike="noStrike">
              <a:solidFill>
                <a:srgbClr val="000000"/>
              </a:solidFill>
              <a:latin typeface="Constantia"/>
            </a:endParaRPr>
          </a:p>
        </p:txBody>
      </p:sp>
      <p:sp>
        <p:nvSpPr>
          <p:cNvPr id="86" name="PlaceHolder 2"/>
          <p:cNvSpPr>
            <a:spLocks noGrp="1"/>
          </p:cNvSpPr>
          <p:nvPr>
            <p:ph/>
          </p:nvPr>
        </p:nvSpPr>
        <p:spPr>
          <a:xfrm>
            <a:off x="45720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7" name="PlaceHolder 3"/>
          <p:cNvSpPr>
            <a:spLocks noGrp="1"/>
          </p:cNvSpPr>
          <p:nvPr>
            <p:ph/>
          </p:nvPr>
        </p:nvSpPr>
        <p:spPr>
          <a:xfrm>
            <a:off x="323964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8" name="PlaceHolder 4"/>
          <p:cNvSpPr>
            <a:spLocks noGrp="1"/>
          </p:cNvSpPr>
          <p:nvPr>
            <p:ph/>
          </p:nvPr>
        </p:nvSpPr>
        <p:spPr>
          <a:xfrm>
            <a:off x="6022080" y="193536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89" name="PlaceHolder 5"/>
          <p:cNvSpPr>
            <a:spLocks noGrp="1"/>
          </p:cNvSpPr>
          <p:nvPr>
            <p:ph/>
          </p:nvPr>
        </p:nvSpPr>
        <p:spPr>
          <a:xfrm>
            <a:off x="45720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90" name="PlaceHolder 6"/>
          <p:cNvSpPr>
            <a:spLocks noGrp="1"/>
          </p:cNvSpPr>
          <p:nvPr>
            <p:ph/>
          </p:nvPr>
        </p:nvSpPr>
        <p:spPr>
          <a:xfrm>
            <a:off x="323964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91" name="PlaceHolder 7"/>
          <p:cNvSpPr>
            <a:spLocks noGrp="1"/>
          </p:cNvSpPr>
          <p:nvPr>
            <p:ph/>
          </p:nvPr>
        </p:nvSpPr>
        <p:spPr>
          <a:xfrm>
            <a:off x="6022080" y="4228200"/>
            <a:ext cx="2649600" cy="2093400"/>
          </a:xfrm>
          <a:prstGeom prst="rect">
            <a:avLst/>
          </a:prstGeom>
          <a:noFill/>
          <a:ln w="0">
            <a:noFill/>
          </a:ln>
        </p:spPr>
        <p:txBody>
          <a:bodyPr lIns="0" rIns="0" tIns="0" bIns="0" anchor="t">
            <a:normAutofit/>
          </a:bodyPr>
          <a:p>
            <a:endParaRPr b="0" lang="es-ES" sz="2600" spc="-1" strike="noStrike">
              <a:solidFill>
                <a:srgbClr val="000000"/>
              </a:solidFill>
              <a:latin typeface="Constantia"/>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11F7CCAA-ADE5-4A2C-9B14-EAC5BC663C59}" type="slidenum">
              <a:t>&lt;#&gt;</a:t>
            </a:fld>
          </a:p>
        </p:txBody>
      </p:sp>
      <p:sp>
        <p:nvSpPr>
          <p:cNvPr id="11" name="PlaceHolder 10"/>
          <p:cNvSpPr>
            <a:spLocks noGrp="1"/>
          </p:cNvSpPr>
          <p:nvPr>
            <p:ph type="dt" idx="4"/>
          </p:nvPr>
        </p:nvSpPr>
        <p:spPr/>
        <p:txBody>
          <a:bodyPr/>
          <a:p>
            <a:r>
              <a:rPr lang="es-E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gradFill rotWithShape="0">
          <a:gsLst>
            <a:gs pos="0">
              <a:srgbClr val="4aa2d6"/>
            </a:gs>
            <a:gs pos="100000">
              <a:srgbClr val="002b36"/>
            </a:gs>
          </a:gsLst>
          <a:path path="circle">
            <a:fillToRect l="50000" t="55000" r="50000" b="45000"/>
          </a:path>
        </a:gradFill>
      </p:bgPr>
    </p:bg>
    <p:spTree>
      <p:nvGrpSpPr>
        <p:cNvPr id="1" name=""/>
        <p:cNvGrpSpPr/>
        <p:nvPr/>
      </p:nvGrpSpPr>
      <p:grpSpPr>
        <a:xfrm>
          <a:off x="0" y="0"/>
          <a:ext cx="0" cy="0"/>
          <a:chOff x="0" y="0"/>
          <a:chExt cx="0" cy="0"/>
        </a:xfrm>
      </p:grpSpPr>
      <p:sp>
        <p:nvSpPr>
          <p:cNvPr id="0" name="Freeform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1" name="Freeform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2" name="Group 1"/>
          <p:cNvGrpSpPr/>
          <p:nvPr/>
        </p:nvGrpSpPr>
        <p:grpSpPr>
          <a:xfrm>
            <a:off x="-29160" y="-16560"/>
            <a:ext cx="9197640" cy="1086120"/>
            <a:chOff x="-29160" y="-16560"/>
            <a:chExt cx="9197640" cy="1086120"/>
          </a:xfrm>
        </p:grpSpPr>
        <p:sp>
          <p:nvSpPr>
            <p:cNvPr id="3" name="Freeform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4" name="Freeform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5" name="PlaceHolder 1"/>
          <p:cNvSpPr>
            <a:spLocks noGrp="1"/>
          </p:cNvSpPr>
          <p:nvPr>
            <p:ph type="title"/>
          </p:nvPr>
        </p:nvSpPr>
        <p:spPr>
          <a:xfrm>
            <a:off x="530280" y="1316880"/>
            <a:ext cx="7772040" cy="1362240"/>
          </a:xfrm>
          <a:prstGeom prst="rect">
            <a:avLst/>
          </a:prstGeom>
          <a:noFill/>
          <a:ln w="0">
            <a:noFill/>
          </a:ln>
        </p:spPr>
        <p:txBody>
          <a:bodyPr lIns="0" rIns="0" tIns="0" bIns="0" anchor="b">
            <a:noAutofit/>
          </a:bodyPr>
          <a:p>
            <a:pPr>
              <a:lnSpc>
                <a:spcPct val="100000"/>
              </a:lnSpc>
              <a:buNone/>
            </a:pPr>
            <a:r>
              <a:rPr b="1" lang="es-ES" sz="5600" spc="-1" strike="noStrike">
                <a:solidFill>
                  <a:srgbClr val="4fe3ac"/>
                </a:solidFill>
                <a:latin typeface="Calibri"/>
              </a:rPr>
              <a:t>Haga clic para modificar el estilo de título del patrón</a:t>
            </a:r>
            <a:endParaRPr b="0" lang="es-ES" sz="5600" spc="-1" strike="noStrike">
              <a:solidFill>
                <a:srgbClr val="ffffff"/>
              </a:solidFill>
              <a:latin typeface="Constantia"/>
            </a:endParaRPr>
          </a:p>
        </p:txBody>
      </p:sp>
      <p:sp>
        <p:nvSpPr>
          <p:cNvPr id="6" name="PlaceHolder 2"/>
          <p:cNvSpPr>
            <a:spLocks noGrp="1"/>
          </p:cNvSpPr>
          <p:nvPr>
            <p:ph type="body"/>
          </p:nvPr>
        </p:nvSpPr>
        <p:spPr>
          <a:xfrm>
            <a:off x="530280" y="2704680"/>
            <a:ext cx="7772040" cy="1509480"/>
          </a:xfrm>
          <a:prstGeom prst="rect">
            <a:avLst/>
          </a:prstGeom>
          <a:noFill/>
          <a:ln w="0">
            <a:noFill/>
          </a:ln>
        </p:spPr>
        <p:txBody>
          <a:bodyPr lIns="45720" rIns="45720" tIns="45000" bIns="45000" anchor="t">
            <a:noAutofit/>
          </a:bodyPr>
          <a:p>
            <a:pPr>
              <a:lnSpc>
                <a:spcPct val="100000"/>
              </a:lnSpc>
              <a:spcBef>
                <a:spcPts val="439"/>
              </a:spcBef>
              <a:buNone/>
              <a:tabLst>
                <a:tab algn="l" pos="0"/>
              </a:tabLst>
            </a:pPr>
            <a:r>
              <a:rPr b="0" lang="es-ES" sz="2200" spc="-1" strike="noStrike">
                <a:solidFill>
                  <a:srgbClr val="ffffff"/>
                </a:solidFill>
                <a:latin typeface="Constantia"/>
              </a:rPr>
              <a:t>Haga clic para modificar el estilo de texto del patrón</a:t>
            </a:r>
            <a:endParaRPr b="0" lang="es-ES" sz="2200" spc="-1" strike="noStrike">
              <a:solidFill>
                <a:srgbClr val="ffffff"/>
              </a:solidFill>
              <a:latin typeface="Constantia"/>
            </a:endParaRPr>
          </a:p>
        </p:txBody>
      </p:sp>
      <p:sp>
        <p:nvSpPr>
          <p:cNvPr id="7" name="PlaceHolder 3"/>
          <p:cNvSpPr>
            <a:spLocks noGrp="1"/>
          </p:cNvSpPr>
          <p:nvPr>
            <p:ph type="dt" idx="1"/>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n-US" sz="1200" spc="-1" strike="noStrike">
                <a:solidFill>
                  <a:srgbClr val="d1eaed"/>
                </a:solidFill>
                <a:latin typeface="Constantia"/>
              </a:defRPr>
            </a:lvl1pPr>
          </a:lstStyle>
          <a:p>
            <a:pPr>
              <a:lnSpc>
                <a:spcPct val="100000"/>
              </a:lnSpc>
              <a:buNone/>
            </a:pPr>
            <a:r>
              <a:rPr b="0" lang="en-US" sz="1200" spc="-1" strike="noStrike">
                <a:solidFill>
                  <a:srgbClr val="d1eaed"/>
                </a:solidFill>
                <a:latin typeface="Constantia"/>
              </a:rPr>
              <a:t>&lt;fecha/hora&gt;</a:t>
            </a:r>
            <a:endParaRPr b="0" lang="es-ES" sz="1200" spc="-1" strike="noStrike">
              <a:latin typeface="Times New Roman"/>
            </a:endParaRPr>
          </a:p>
        </p:txBody>
      </p:sp>
      <p:sp>
        <p:nvSpPr>
          <p:cNvPr id="8" name="PlaceHolder 4"/>
          <p:cNvSpPr>
            <a:spLocks noGrp="1"/>
          </p:cNvSpPr>
          <p:nvPr>
            <p:ph type="ftr" idx="2"/>
          </p:nvPr>
        </p:nvSpPr>
        <p:spPr>
          <a:xfrm>
            <a:off x="2666880" y="6356520"/>
            <a:ext cx="3352320" cy="364680"/>
          </a:xfrm>
          <a:prstGeom prst="rect">
            <a:avLst/>
          </a:prstGeom>
          <a:noFill/>
          <a:ln w="0">
            <a:noFill/>
          </a:ln>
        </p:spPr>
        <p:txBody>
          <a:bodyPr lIns="0" rIns="0" tIns="0" bIns="0" anchor="b">
            <a:noAutofit/>
          </a:bodyPr>
          <a:lstStyle>
            <a:lvl1pPr algn="ctr">
              <a:buNone/>
              <a:defRPr b="0" lang="es-ES" sz="1400" spc="-1" strike="noStrike">
                <a:latin typeface="Times New Roman"/>
              </a:defRPr>
            </a:lvl1pPr>
          </a:lstStyle>
          <a:p>
            <a:pPr algn="ctr">
              <a:buNone/>
            </a:pPr>
            <a:r>
              <a:rPr b="0" lang="es-ES" sz="1400" spc="-1" strike="noStrike">
                <a:latin typeface="Times New Roman"/>
              </a:rPr>
              <a:t>&lt;pie de página&gt;</a:t>
            </a:r>
            <a:endParaRPr b="0" lang="es-ES" sz="1400" spc="-1" strike="noStrike">
              <a:latin typeface="Times New Roman"/>
            </a:endParaRPr>
          </a:p>
        </p:txBody>
      </p:sp>
      <p:sp>
        <p:nvSpPr>
          <p:cNvPr id="9" name="PlaceHolder 5"/>
          <p:cNvSpPr>
            <a:spLocks noGrp="1"/>
          </p:cNvSpPr>
          <p:nvPr>
            <p:ph type="sldNum" idx="3"/>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ES" sz="1200" spc="-1" strike="noStrike">
                <a:solidFill>
                  <a:srgbClr val="d1eaed"/>
                </a:solidFill>
                <a:latin typeface="Constantia"/>
              </a:defRPr>
            </a:lvl1pPr>
          </a:lstStyle>
          <a:p>
            <a:pPr algn="r">
              <a:lnSpc>
                <a:spcPct val="100000"/>
              </a:lnSpc>
              <a:buNone/>
            </a:pPr>
            <a:fld id="{5E4AAAFB-7A5A-454C-8A55-67FC186B3998}" type="slidenum">
              <a:rPr b="0" lang="es-ES" sz="1200" spc="-1" strike="noStrike">
                <a:solidFill>
                  <a:srgbClr val="d1eaed"/>
                </a:solidFill>
                <a:latin typeface="Constantia"/>
              </a:rPr>
              <a:t>&lt;número&gt;</a:t>
            </a:fld>
            <a:endParaRPr b="0" lang="es-E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a:blipFill>
      </p:bgPr>
    </p:bg>
    <p:spTree>
      <p:nvGrpSpPr>
        <p:cNvPr id="1" name=""/>
        <p:cNvGrpSpPr/>
        <p:nvPr/>
      </p:nvGrpSpPr>
      <p:grpSpPr>
        <a:xfrm>
          <a:off x="0" y="0"/>
          <a:ext cx="0" cy="0"/>
          <a:chOff x="0" y="0"/>
          <a:chExt cx="0" cy="0"/>
        </a:xfrm>
      </p:grpSpPr>
      <p:sp>
        <p:nvSpPr>
          <p:cNvPr id="46" name="Freeform 6"/>
          <p:cNvSpPr/>
          <p:nvPr/>
        </p:nvSpPr>
        <p:spPr>
          <a:xfrm>
            <a:off x="-9360" y="-7200"/>
            <a:ext cx="9162720" cy="1041120"/>
          </a:xfrm>
          <a:custGeom>
            <a:avLst/>
            <a:gdLst/>
            <a:ahLst/>
            <a:rect l="l" t="t" r="r" b="b"/>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rotWithShape="0">
            <a:gsLst>
              <a:gs pos="0">
                <a:srgbClr val="0074a0">
                  <a:alpha val="45098"/>
                </a:srgbClr>
              </a:gs>
              <a:gs pos="100000">
                <a:srgbClr val="00c4cd">
                  <a:alpha val="55294"/>
                </a:srgbClr>
              </a:gs>
            </a:gsLst>
            <a:lin ang="5400000"/>
          </a:gradFill>
          <a:ln w="9525">
            <a:noFill/>
          </a:ln>
        </p:spPr>
        <p:style>
          <a:lnRef idx="0"/>
          <a:fillRef idx="0"/>
          <a:effectRef idx="0"/>
          <a:fontRef idx="minor"/>
        </p:style>
      </p:sp>
      <p:sp>
        <p:nvSpPr>
          <p:cNvPr id="47" name="Freeform 7"/>
          <p:cNvSpPr/>
          <p:nvPr/>
        </p:nvSpPr>
        <p:spPr>
          <a:xfrm>
            <a:off x="4381560" y="-7200"/>
            <a:ext cx="4762080" cy="637920"/>
          </a:xfrm>
          <a:custGeom>
            <a:avLst/>
            <a:gdLst/>
            <a:ahLst/>
            <a:rect l="l" t="t" r="r" b="b"/>
            <a:pathLst>
              <a:path w="3000" h="595">
                <a:moveTo>
                  <a:pt x="0" y="0"/>
                </a:moveTo>
                <a:cubicBezTo>
                  <a:pt x="174" y="102"/>
                  <a:pt x="1168" y="533"/>
                  <a:pt x="1668" y="564"/>
                </a:cubicBezTo>
                <a:cubicBezTo>
                  <a:pt x="2168" y="595"/>
                  <a:pt x="2778" y="279"/>
                  <a:pt x="3000" y="186"/>
                </a:cubicBezTo>
                <a:lnTo>
                  <a:pt x="3000" y="6"/>
                </a:lnTo>
                <a:lnTo>
                  <a:pt x="0" y="0"/>
                </a:lnTo>
                <a:close/>
              </a:path>
            </a:pathLst>
          </a:custGeom>
          <a:gradFill rotWithShape="0">
            <a:gsLst>
              <a:gs pos="20000">
                <a:srgbClr val="008abf">
                  <a:alpha val="45098"/>
                </a:srgbClr>
              </a:gs>
              <a:gs pos="100000">
                <a:srgbClr val="00a0a8">
                  <a:alpha val="30196"/>
                </a:srgbClr>
              </a:gs>
            </a:gsLst>
            <a:lin ang="16200000"/>
          </a:gradFill>
          <a:ln w="9525">
            <a:noFill/>
          </a:ln>
        </p:spPr>
        <p:style>
          <a:lnRef idx="0"/>
          <a:fillRef idx="0"/>
          <a:effectRef idx="0"/>
          <a:fontRef idx="minor"/>
        </p:style>
      </p:sp>
      <p:grpSp>
        <p:nvGrpSpPr>
          <p:cNvPr id="48" name="Group 1"/>
          <p:cNvGrpSpPr/>
          <p:nvPr/>
        </p:nvGrpSpPr>
        <p:grpSpPr>
          <a:xfrm>
            <a:off x="-29160" y="-16560"/>
            <a:ext cx="9197640" cy="1086120"/>
            <a:chOff x="-29160" y="-16560"/>
            <a:chExt cx="9197640" cy="1086120"/>
          </a:xfrm>
        </p:grpSpPr>
        <p:sp>
          <p:nvSpPr>
            <p:cNvPr id="49" name="Freeform 11"/>
            <p:cNvSpPr/>
            <p:nvPr/>
          </p:nvSpPr>
          <p:spPr>
            <a:xfrm rot="21435600">
              <a:off x="-18720" y="201960"/>
              <a:ext cx="9162720" cy="648720"/>
            </a:xfrm>
            <a:custGeom>
              <a:avLst/>
              <a:gdLst/>
              <a:ahLst/>
              <a:rect l="l" t="t" r="r" b="b"/>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a:solidFill>
                <a:srgbClr val="09b7bf"/>
              </a:solidFill>
              <a:round/>
            </a:ln>
          </p:spPr>
          <p:style>
            <a:lnRef idx="0"/>
            <a:fillRef idx="0"/>
            <a:effectRef idx="0"/>
            <a:fontRef idx="minor"/>
          </p:style>
        </p:sp>
        <p:sp>
          <p:nvSpPr>
            <p:cNvPr id="50" name="Freeform 12"/>
            <p:cNvSpPr/>
            <p:nvPr/>
          </p:nvSpPr>
          <p:spPr>
            <a:xfrm rot="21435600">
              <a:off x="-14040" y="275400"/>
              <a:ext cx="9175320" cy="529920"/>
            </a:xfrm>
            <a:custGeom>
              <a:avLst/>
              <a:gdLst/>
              <a:ahLst/>
              <a:rect l="l" t="t" r="r" b="b"/>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a:solidFill>
                <a:srgbClr val="0f6fc6"/>
              </a:solidFill>
              <a:round/>
            </a:ln>
          </p:spPr>
          <p:style>
            <a:lnRef idx="0"/>
            <a:fillRef idx="0"/>
            <a:effectRef idx="0"/>
            <a:fontRef idx="minor"/>
          </p:style>
        </p:sp>
      </p:grpSp>
      <p:sp>
        <p:nvSpPr>
          <p:cNvPr id="51" name="PlaceHolder 1"/>
          <p:cNvSpPr>
            <a:spLocks noGrp="1"/>
          </p:cNvSpPr>
          <p:nvPr>
            <p:ph type="title"/>
          </p:nvPr>
        </p:nvSpPr>
        <p:spPr>
          <a:xfrm>
            <a:off x="457200" y="704160"/>
            <a:ext cx="8229240" cy="1142640"/>
          </a:xfrm>
          <a:prstGeom prst="rect">
            <a:avLst/>
          </a:prstGeom>
          <a:noFill/>
          <a:ln w="0">
            <a:noFill/>
          </a:ln>
        </p:spPr>
        <p:txBody>
          <a:bodyPr lIns="0" rIns="0" tIns="45000" bIns="0" anchor="b">
            <a:noAutofit/>
          </a:bodyPr>
          <a:p>
            <a:pPr>
              <a:lnSpc>
                <a:spcPct val="100000"/>
              </a:lnSpc>
              <a:buNone/>
            </a:pPr>
            <a:r>
              <a:rPr b="0" lang="es-ES" sz="5000" spc="-1" strike="noStrike">
                <a:solidFill>
                  <a:srgbClr val="04617b"/>
                </a:solidFill>
                <a:latin typeface="Calibri"/>
              </a:rPr>
              <a:t>Haga clic para modificar el estilo de título del patrón</a:t>
            </a:r>
            <a:endParaRPr b="0" lang="es-ES" sz="5000" spc="-1" strike="noStrike">
              <a:solidFill>
                <a:srgbClr val="000000"/>
              </a:solidFill>
              <a:latin typeface="Constantia"/>
            </a:endParaRPr>
          </a:p>
        </p:txBody>
      </p:sp>
      <p:sp>
        <p:nvSpPr>
          <p:cNvPr id="52" name="PlaceHolder 2"/>
          <p:cNvSpPr>
            <a:spLocks noGrp="1"/>
          </p:cNvSpPr>
          <p:nvPr>
            <p:ph type="body"/>
          </p:nvPr>
        </p:nvSpPr>
        <p:spPr>
          <a:xfrm>
            <a:off x="457200" y="1935360"/>
            <a:ext cx="8229240" cy="4388760"/>
          </a:xfrm>
          <a:prstGeom prst="rect">
            <a:avLst/>
          </a:prstGeom>
          <a:noFill/>
          <a:ln w="0">
            <a:noFill/>
          </a:ln>
        </p:spPr>
        <p:txBody>
          <a:bodyPr lIns="90000" rIns="90000" tIns="45000" bIns="45000" anchor="t">
            <a:noAutofit/>
          </a:bodyPr>
          <a:p>
            <a:pPr marL="274320" indent="-274320">
              <a:lnSpc>
                <a:spcPct val="100000"/>
              </a:lnSpc>
              <a:spcBef>
                <a:spcPts val="519"/>
              </a:spcBef>
              <a:buClr>
                <a:srgbClr val="0bd0d9"/>
              </a:buClr>
              <a:buSzPct val="95000"/>
              <a:buFont typeface="Wingdings 2" charset="2"/>
              <a:buChar char=""/>
            </a:pPr>
            <a:r>
              <a:rPr b="0" lang="es-ES" sz="2600" spc="-1" strike="noStrike">
                <a:solidFill>
                  <a:srgbClr val="000000"/>
                </a:solidFill>
                <a:latin typeface="Constantia"/>
              </a:rPr>
              <a:t>Haga clic para modificar el estilo de texto del patrón</a:t>
            </a:r>
            <a:endParaRPr b="0" lang="es-ES" sz="2600" spc="-1" strike="noStrike">
              <a:solidFill>
                <a:srgbClr val="000000"/>
              </a:solidFill>
              <a:latin typeface="Constantia"/>
            </a:endParaRPr>
          </a:p>
          <a:p>
            <a:pPr lvl="1" marL="640080" indent="-246960">
              <a:lnSpc>
                <a:spcPct val="100000"/>
              </a:lnSpc>
              <a:spcBef>
                <a:spcPts val="479"/>
              </a:spcBef>
              <a:buClr>
                <a:srgbClr val="0f6fc6"/>
              </a:buClr>
              <a:buSzPct val="85000"/>
              <a:buFont typeface="Wingdings 2" charset="2"/>
              <a:buChar char=""/>
            </a:pPr>
            <a:r>
              <a:rPr b="0" lang="es-ES" sz="2400" spc="-1" strike="noStrike">
                <a:solidFill>
                  <a:srgbClr val="000000"/>
                </a:solidFill>
                <a:latin typeface="Constantia"/>
              </a:rPr>
              <a:t>Segundo nivel</a:t>
            </a:r>
            <a:endParaRPr b="0" lang="es-ES" sz="2400" spc="-1" strike="noStrike">
              <a:solidFill>
                <a:srgbClr val="000000"/>
              </a:solidFill>
              <a:latin typeface="Constantia"/>
            </a:endParaRPr>
          </a:p>
          <a:p>
            <a:pPr lvl="2" marL="914400" indent="-246960">
              <a:lnSpc>
                <a:spcPct val="100000"/>
              </a:lnSpc>
              <a:spcBef>
                <a:spcPts val="420"/>
              </a:spcBef>
              <a:buClr>
                <a:srgbClr val="009dd9"/>
              </a:buClr>
              <a:buSzPct val="70000"/>
              <a:buFont typeface="Wingdings 2" charset="2"/>
              <a:buChar char=""/>
            </a:pPr>
            <a:r>
              <a:rPr b="0" lang="es-ES" sz="2100" spc="-1" strike="noStrike">
                <a:solidFill>
                  <a:srgbClr val="000000"/>
                </a:solidFill>
                <a:latin typeface="Constantia"/>
              </a:rPr>
              <a:t>Tercer nivel</a:t>
            </a:r>
            <a:endParaRPr b="0" lang="es-ES" sz="2100" spc="-1" strike="noStrike">
              <a:solidFill>
                <a:srgbClr val="000000"/>
              </a:solidFill>
              <a:latin typeface="Constantia"/>
            </a:endParaRPr>
          </a:p>
          <a:p>
            <a:pPr lvl="3" marL="1188720" indent="-210240">
              <a:lnSpc>
                <a:spcPct val="100000"/>
              </a:lnSpc>
              <a:spcBef>
                <a:spcPts val="400"/>
              </a:spcBef>
              <a:buClr>
                <a:srgbClr val="0bd0d9"/>
              </a:buClr>
              <a:buSzPct val="65000"/>
              <a:buFont typeface="Wingdings 2" charset="2"/>
              <a:buChar char=""/>
            </a:pPr>
            <a:r>
              <a:rPr b="0" lang="es-ES" sz="2000" spc="-1" strike="noStrike">
                <a:solidFill>
                  <a:srgbClr val="000000"/>
                </a:solidFill>
                <a:latin typeface="Constantia"/>
              </a:rPr>
              <a:t>Cuarto nivel</a:t>
            </a:r>
            <a:endParaRPr b="0" lang="es-ES" sz="2000" spc="-1" strike="noStrike">
              <a:solidFill>
                <a:srgbClr val="000000"/>
              </a:solidFill>
              <a:latin typeface="Constantia"/>
            </a:endParaRPr>
          </a:p>
          <a:p>
            <a:pPr lvl="4" marL="1463040" indent="-210240">
              <a:lnSpc>
                <a:spcPct val="100000"/>
              </a:lnSpc>
              <a:spcBef>
                <a:spcPts val="400"/>
              </a:spcBef>
              <a:buClr>
                <a:srgbClr val="10cf9b"/>
              </a:buClr>
              <a:buSzPct val="65000"/>
              <a:buFont typeface="Wingdings 2" charset="2"/>
              <a:buChar char=""/>
            </a:pPr>
            <a:r>
              <a:rPr b="0" lang="es-ES" sz="2000" spc="-1" strike="noStrike">
                <a:solidFill>
                  <a:srgbClr val="000000"/>
                </a:solidFill>
                <a:latin typeface="Constantia"/>
              </a:rPr>
              <a:t>Quinto nivel</a:t>
            </a:r>
            <a:endParaRPr b="0" lang="es-ES" sz="2000" spc="-1" strike="noStrike">
              <a:solidFill>
                <a:srgbClr val="000000"/>
              </a:solidFill>
              <a:latin typeface="Constantia"/>
            </a:endParaRPr>
          </a:p>
        </p:txBody>
      </p:sp>
      <p:sp>
        <p:nvSpPr>
          <p:cNvPr id="53" name="PlaceHolder 3"/>
          <p:cNvSpPr>
            <a:spLocks noGrp="1"/>
          </p:cNvSpPr>
          <p:nvPr>
            <p:ph type="dt" idx="4"/>
          </p:nvPr>
        </p:nvSpPr>
        <p:spPr>
          <a:xfrm>
            <a:off x="457200" y="6356520"/>
            <a:ext cx="2133360" cy="364680"/>
          </a:xfrm>
          <a:prstGeom prst="rect">
            <a:avLst/>
          </a:prstGeom>
          <a:noFill/>
          <a:ln w="0">
            <a:noFill/>
          </a:ln>
        </p:spPr>
        <p:txBody>
          <a:bodyPr lIns="0" rIns="0" tIns="0" bIns="0" anchor="b">
            <a:noAutofit/>
          </a:bodyPr>
          <a:lstStyle>
            <a:lvl1pPr>
              <a:lnSpc>
                <a:spcPct val="100000"/>
              </a:lnSpc>
              <a:buNone/>
              <a:defRPr b="0" lang="en-US" sz="1200" spc="-1" strike="noStrike">
                <a:solidFill>
                  <a:srgbClr val="035c75"/>
                </a:solidFill>
                <a:latin typeface="Constantia"/>
              </a:defRPr>
            </a:lvl1pPr>
          </a:lstStyle>
          <a:p>
            <a:pPr>
              <a:lnSpc>
                <a:spcPct val="100000"/>
              </a:lnSpc>
              <a:buNone/>
            </a:pPr>
            <a:r>
              <a:rPr b="0" lang="en-US" sz="1200" spc="-1" strike="noStrike">
                <a:solidFill>
                  <a:srgbClr val="035c75"/>
                </a:solidFill>
                <a:latin typeface="Constantia"/>
              </a:rPr>
              <a:t>&lt;fecha/hora&gt;</a:t>
            </a:r>
            <a:endParaRPr b="0" lang="es-ES" sz="1200" spc="-1" strike="noStrike">
              <a:latin typeface="Times New Roman"/>
            </a:endParaRPr>
          </a:p>
        </p:txBody>
      </p:sp>
      <p:sp>
        <p:nvSpPr>
          <p:cNvPr id="54" name="PlaceHolder 4"/>
          <p:cNvSpPr>
            <a:spLocks noGrp="1"/>
          </p:cNvSpPr>
          <p:nvPr>
            <p:ph type="ftr" idx="5"/>
          </p:nvPr>
        </p:nvSpPr>
        <p:spPr>
          <a:xfrm>
            <a:off x="2666880" y="6356520"/>
            <a:ext cx="3352320" cy="364680"/>
          </a:xfrm>
          <a:prstGeom prst="rect">
            <a:avLst/>
          </a:prstGeom>
          <a:noFill/>
          <a:ln w="0">
            <a:noFill/>
          </a:ln>
        </p:spPr>
        <p:txBody>
          <a:bodyPr lIns="0" rIns="0" tIns="0" bIns="0" anchor="b">
            <a:noAutofit/>
          </a:bodyPr>
          <a:lstStyle>
            <a:lvl1pPr algn="ctr">
              <a:buNone/>
              <a:defRPr b="0" lang="es-ES" sz="1400" spc="-1" strike="noStrike">
                <a:latin typeface="Times New Roman"/>
              </a:defRPr>
            </a:lvl1pPr>
          </a:lstStyle>
          <a:p>
            <a:pPr algn="ctr">
              <a:buNone/>
            </a:pPr>
            <a:r>
              <a:rPr b="0" lang="es-ES" sz="1400" spc="-1" strike="noStrike">
                <a:latin typeface="Times New Roman"/>
              </a:rPr>
              <a:t>&lt;pie de página&gt;</a:t>
            </a:r>
            <a:endParaRPr b="0" lang="es-ES" sz="1400" spc="-1" strike="noStrike">
              <a:latin typeface="Times New Roman"/>
            </a:endParaRPr>
          </a:p>
        </p:txBody>
      </p:sp>
      <p:sp>
        <p:nvSpPr>
          <p:cNvPr id="55" name="PlaceHolder 5"/>
          <p:cNvSpPr>
            <a:spLocks noGrp="1"/>
          </p:cNvSpPr>
          <p:nvPr>
            <p:ph type="sldNum" idx="6"/>
          </p:nvPr>
        </p:nvSpPr>
        <p:spPr>
          <a:xfrm>
            <a:off x="7924680" y="6356520"/>
            <a:ext cx="761760" cy="364680"/>
          </a:xfrm>
          <a:prstGeom prst="rect">
            <a:avLst/>
          </a:prstGeom>
          <a:noFill/>
          <a:ln w="0">
            <a:noFill/>
          </a:ln>
        </p:spPr>
        <p:txBody>
          <a:bodyPr lIns="0" rIns="0" tIns="0" bIns="0" anchor="b">
            <a:noAutofit/>
          </a:bodyPr>
          <a:lstStyle>
            <a:lvl1pPr algn="r">
              <a:lnSpc>
                <a:spcPct val="100000"/>
              </a:lnSpc>
              <a:buNone/>
              <a:defRPr b="0" lang="es-ES" sz="1200" spc="-1" strike="noStrike">
                <a:solidFill>
                  <a:srgbClr val="035c75"/>
                </a:solidFill>
                <a:latin typeface="Constantia"/>
              </a:defRPr>
            </a:lvl1pPr>
          </a:lstStyle>
          <a:p>
            <a:pPr algn="r">
              <a:lnSpc>
                <a:spcPct val="100000"/>
              </a:lnSpc>
              <a:buNone/>
            </a:pPr>
            <a:fld id="{BF2894FE-0CC0-4723-BE0D-36012E473F37}" type="slidenum">
              <a:rPr b="0" lang="es-ES" sz="1200" spc="-1" strike="noStrike">
                <a:solidFill>
                  <a:srgbClr val="035c75"/>
                </a:solidFill>
                <a:latin typeface="Constantia"/>
              </a:rPr>
              <a:t>&lt;número&gt;</a:t>
            </a:fld>
            <a:endParaRPr b="0" lang="es-E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PlaceHolder 1"/>
          <p:cNvSpPr>
            <a:spLocks noGrp="1"/>
          </p:cNvSpPr>
          <p:nvPr>
            <p:ph type="title"/>
          </p:nvPr>
        </p:nvSpPr>
        <p:spPr>
          <a:xfrm>
            <a:off x="765000" y="3717000"/>
            <a:ext cx="7772040" cy="1362240"/>
          </a:xfrm>
          <a:prstGeom prst="rect">
            <a:avLst/>
          </a:prstGeom>
          <a:noFill/>
          <a:ln w="0">
            <a:noFill/>
          </a:ln>
        </p:spPr>
        <p:txBody>
          <a:bodyPr lIns="0" rIns="0" tIns="0" bIns="0" anchor="b">
            <a:normAutofit fontScale="89000"/>
          </a:bodyPr>
          <a:p>
            <a:pPr algn="ctr">
              <a:lnSpc>
                <a:spcPct val="100000"/>
              </a:lnSpc>
              <a:buNone/>
            </a:pPr>
            <a:r>
              <a:rPr b="1" lang="es-ES" sz="5600" spc="-1" strike="noStrike">
                <a:solidFill>
                  <a:srgbClr val="ffffff"/>
                </a:solidFill>
                <a:latin typeface="Calibri"/>
              </a:rPr>
              <a:t>CSS – UNIDADES DE MEDIDA</a:t>
            </a:r>
            <a:endParaRPr b="0" lang="es-ES" sz="5600" spc="-1" strike="noStrike">
              <a:solidFill>
                <a:srgbClr val="ffffff"/>
              </a:solidFill>
              <a:latin typeface="Constantia"/>
            </a:endParaRPr>
          </a:p>
        </p:txBody>
      </p:sp>
      <p:sp>
        <p:nvSpPr>
          <p:cNvPr id="99" name="AutoShape 4"/>
          <p:cNvSpPr/>
          <p:nvPr/>
        </p:nvSpPr>
        <p:spPr>
          <a:xfrm>
            <a:off x="155520" y="-144360"/>
            <a:ext cx="304560" cy="304560"/>
          </a:xfrm>
          <a:prstGeom prst="rect">
            <a:avLst/>
          </a:prstGeom>
          <a:noFill/>
          <a:ln w="0">
            <a:noFill/>
          </a:ln>
        </p:spPr>
        <p:style>
          <a:lnRef idx="0"/>
          <a:fillRef idx="0"/>
          <a:effectRef idx="0"/>
          <a:fontRef idx="minor"/>
        </p:style>
      </p:sp>
      <p:sp>
        <p:nvSpPr>
          <p:cNvPr id="100" name="AutoShape 6"/>
          <p:cNvSpPr/>
          <p:nvPr/>
        </p:nvSpPr>
        <p:spPr>
          <a:xfrm>
            <a:off x="307800" y="7920"/>
            <a:ext cx="304560" cy="304560"/>
          </a:xfrm>
          <a:prstGeom prst="rect">
            <a:avLst/>
          </a:prstGeom>
          <a:noFill/>
          <a:ln w="0">
            <a:noFill/>
          </a:ln>
        </p:spPr>
        <p:style>
          <a:lnRef idx="0"/>
          <a:fillRef idx="0"/>
          <a:effectRef idx="0"/>
          <a:fontRef idx="minor"/>
        </p:style>
      </p:sp>
      <p:sp>
        <p:nvSpPr>
          <p:cNvPr id="101" name="AutoShape 2"/>
          <p:cNvSpPr/>
          <p:nvPr/>
        </p:nvSpPr>
        <p:spPr>
          <a:xfrm>
            <a:off x="460440" y="160200"/>
            <a:ext cx="304560" cy="304560"/>
          </a:xfrm>
          <a:prstGeom prst="rect">
            <a:avLst/>
          </a:prstGeom>
          <a:noFill/>
          <a:ln w="0">
            <a:noFill/>
          </a:ln>
        </p:spPr>
        <p:style>
          <a:lnRef idx="0"/>
          <a:fillRef idx="0"/>
          <a:effectRef idx="0"/>
          <a:fontRef idx="minor"/>
        </p:style>
      </p:sp>
      <p:pic>
        <p:nvPicPr>
          <p:cNvPr id="102" name="Imagen 6" descr=""/>
          <p:cNvPicPr/>
          <p:nvPr/>
        </p:nvPicPr>
        <p:blipFill>
          <a:blip r:embed="rId1"/>
          <a:stretch/>
        </p:blipFill>
        <p:spPr>
          <a:xfrm>
            <a:off x="3564000" y="1484640"/>
            <a:ext cx="2133360" cy="1904760"/>
          </a:xfrm>
          <a:prstGeom prst="rect">
            <a:avLst/>
          </a:prstGeom>
          <a:ln w="0">
            <a:noFill/>
          </a:ln>
        </p:spPr>
      </p:pic>
      <p:sp>
        <p:nvSpPr>
          <p:cNvPr id="3" name="PlaceHolder 2"/>
          <p:cNvSpPr>
            <a:spLocks noGrp="1"/>
          </p:cNvSpPr>
          <p:nvPr>
            <p:ph type="sldNum" idx="3"/>
          </p:nvPr>
        </p:nvSpPr>
        <p:spPr/>
        <p:txBody>
          <a:bodyPr/>
          <a:p>
            <a:fld id="{9E10E1B6-3C85-44E4-B8F8-18E47E409EAD}" type="slidenum">
              <a:t>1</a:t>
            </a:fld>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04" name="PlaceHolder 2"/>
          <p:cNvSpPr>
            <a:spLocks noGrp="1"/>
          </p:cNvSpPr>
          <p:nvPr>
            <p:ph/>
          </p:nvPr>
        </p:nvSpPr>
        <p:spPr>
          <a:xfrm>
            <a:off x="179640" y="1556640"/>
            <a:ext cx="8784720" cy="4968360"/>
          </a:xfrm>
          <a:prstGeom prst="rect">
            <a:avLst/>
          </a:prstGeom>
          <a:noFill/>
          <a:ln w="0">
            <a:noFill/>
          </a:ln>
        </p:spPr>
        <p:txBody>
          <a:bodyPr lIns="90000" rIns="90000" tIns="45000" bIns="45000" anchor="t">
            <a:noAutofit/>
          </a:bodyPr>
          <a:p>
            <a:pPr marL="264960" indent="-264960" algn="just">
              <a:lnSpc>
                <a:spcPct val="120000"/>
              </a:lnSpc>
              <a:spcAft>
                <a:spcPts val="601"/>
              </a:spcAft>
              <a:buClr>
                <a:srgbClr val="0b5394"/>
              </a:buClr>
              <a:buSzPct val="95000"/>
              <a:buFont typeface="Wingdings 2" charset="2"/>
              <a:buChar char=""/>
            </a:pPr>
            <a:r>
              <a:rPr b="0" lang="es-ES" sz="2000" spc="-1" strike="noStrike">
                <a:solidFill>
                  <a:srgbClr val="000000"/>
                </a:solidFill>
                <a:latin typeface="Calibri"/>
              </a:rPr>
              <a:t>Las medidas en CSS se emplean para definir la </a:t>
            </a:r>
            <a:r>
              <a:rPr b="1" lang="es-ES" sz="2000" spc="-1" strike="noStrike">
                <a:solidFill>
                  <a:srgbClr val="000000"/>
                </a:solidFill>
                <a:latin typeface="Calibri"/>
              </a:rPr>
              <a:t>altura</a:t>
            </a:r>
            <a:r>
              <a:rPr b="0" lang="es-ES" sz="2000" spc="-1" strike="noStrike">
                <a:solidFill>
                  <a:srgbClr val="000000"/>
                </a:solidFill>
                <a:latin typeface="Calibri"/>
              </a:rPr>
              <a:t>, </a:t>
            </a:r>
            <a:r>
              <a:rPr b="1" lang="es-ES" sz="2000" spc="-1" strike="noStrike">
                <a:solidFill>
                  <a:srgbClr val="000000"/>
                </a:solidFill>
                <a:latin typeface="Calibri"/>
              </a:rPr>
              <a:t>anchura</a:t>
            </a:r>
            <a:r>
              <a:rPr b="0" lang="es-ES" sz="2000" spc="-1" strike="noStrike">
                <a:solidFill>
                  <a:srgbClr val="000000"/>
                </a:solidFill>
                <a:latin typeface="Calibri"/>
              </a:rPr>
              <a:t>, </a:t>
            </a:r>
            <a:r>
              <a:rPr b="1" lang="es-ES" sz="2000" spc="-1" strike="noStrike">
                <a:solidFill>
                  <a:srgbClr val="000000"/>
                </a:solidFill>
                <a:latin typeface="Calibri"/>
              </a:rPr>
              <a:t>márgenes </a:t>
            </a:r>
            <a:r>
              <a:rPr b="0" lang="es-ES" sz="2000" spc="-1" strike="noStrike">
                <a:solidFill>
                  <a:srgbClr val="000000"/>
                </a:solidFill>
                <a:latin typeface="Calibri"/>
              </a:rPr>
              <a:t>de los elementos, tamaño de </a:t>
            </a:r>
            <a:r>
              <a:rPr b="1" lang="es-ES" sz="2000" spc="-1" strike="noStrike">
                <a:solidFill>
                  <a:srgbClr val="000000"/>
                </a:solidFill>
                <a:latin typeface="Calibri"/>
              </a:rPr>
              <a:t>letra del texto</a:t>
            </a:r>
            <a:r>
              <a:rPr b="0" lang="es-ES" sz="2000" spc="-1" strike="noStrike">
                <a:solidFill>
                  <a:srgbClr val="000000"/>
                </a:solidFill>
                <a:latin typeface="Calibri"/>
              </a:rPr>
              <a:t>...</a:t>
            </a:r>
            <a:endParaRPr b="0" lang="es-ES" sz="2000" spc="-1" strike="noStrike">
              <a:solidFill>
                <a:srgbClr val="000000"/>
              </a:solidFill>
              <a:latin typeface="Constantia"/>
            </a:endParaRPr>
          </a:p>
          <a:p>
            <a:pPr marL="264960" indent="-264960" algn="just">
              <a:lnSpc>
                <a:spcPct val="120000"/>
              </a:lnSpc>
              <a:spcAft>
                <a:spcPts val="601"/>
              </a:spcAft>
              <a:buClr>
                <a:srgbClr val="0b5394"/>
              </a:buClr>
              <a:buSzPct val="95000"/>
              <a:buFont typeface="Wingdings 2" charset="2"/>
              <a:buChar char=""/>
            </a:pPr>
            <a:r>
              <a:rPr b="0" lang="es-ES" sz="2000" spc="-1" strike="noStrike">
                <a:solidFill>
                  <a:srgbClr val="000000"/>
                </a:solidFill>
                <a:latin typeface="Calibri"/>
              </a:rPr>
              <a:t>Todas las medidas se indican como un </a:t>
            </a:r>
            <a:r>
              <a:rPr b="1" lang="es-ES" sz="2000" spc="-1" strike="noStrike">
                <a:solidFill>
                  <a:srgbClr val="000000"/>
                </a:solidFill>
                <a:latin typeface="Calibri"/>
              </a:rPr>
              <a:t>valor numérico entero o decimal </a:t>
            </a:r>
            <a:r>
              <a:rPr b="0" lang="es-ES" sz="2000" spc="-1" strike="noStrike">
                <a:solidFill>
                  <a:srgbClr val="000000"/>
                </a:solidFill>
                <a:latin typeface="Calibri"/>
              </a:rPr>
              <a:t>seguido de una </a:t>
            </a:r>
            <a:r>
              <a:rPr b="1" lang="es-ES" sz="2000" spc="-1" strike="noStrike">
                <a:solidFill>
                  <a:srgbClr val="000000"/>
                </a:solidFill>
                <a:latin typeface="Calibri"/>
              </a:rPr>
              <a:t>unidad de medida; </a:t>
            </a:r>
            <a:r>
              <a:rPr b="0" lang="es-ES" sz="2000" spc="-1" strike="noStrike">
                <a:solidFill>
                  <a:srgbClr val="000000"/>
                </a:solidFill>
                <a:latin typeface="Calibri"/>
              </a:rPr>
              <a:t>sin ningún espacio en blanco entre el número y la unidad de medida (0.9em, 10px, 2cm).</a:t>
            </a:r>
            <a:endParaRPr b="0" lang="es-ES" sz="2000" spc="-1" strike="noStrike">
              <a:solidFill>
                <a:srgbClr val="000000"/>
              </a:solidFill>
              <a:latin typeface="Constantia"/>
            </a:endParaRPr>
          </a:p>
          <a:p>
            <a:pPr marL="264960" indent="-264960" algn="just">
              <a:lnSpc>
                <a:spcPct val="120000"/>
              </a:lnSpc>
              <a:spcAft>
                <a:spcPts val="601"/>
              </a:spcAft>
              <a:buClr>
                <a:srgbClr val="0b5394"/>
              </a:buClr>
              <a:buSzPct val="95000"/>
              <a:buFont typeface="Wingdings 2" charset="2"/>
              <a:buChar char=""/>
            </a:pPr>
            <a:r>
              <a:rPr b="0" lang="es-ES" sz="2000" spc="-1" strike="noStrike">
                <a:solidFill>
                  <a:srgbClr val="000000"/>
                </a:solidFill>
                <a:latin typeface="Calibri"/>
              </a:rPr>
              <a:t>CSS divide todas las unidades de medida en dos grupos: </a:t>
            </a:r>
            <a:endParaRPr b="0" lang="es-ES" sz="2000" spc="-1" strike="noStrike">
              <a:solidFill>
                <a:srgbClr val="000000"/>
              </a:solidFill>
              <a:latin typeface="Constantia"/>
            </a:endParaRPr>
          </a:p>
          <a:p>
            <a:pPr lvl="1" marL="708840" indent="-343080" algn="just">
              <a:lnSpc>
                <a:spcPct val="120000"/>
              </a:lnSpc>
              <a:spcAft>
                <a:spcPts val="601"/>
              </a:spcAft>
              <a:buClr>
                <a:srgbClr val="0b5394"/>
              </a:buClr>
              <a:buSzPct val="85000"/>
              <a:buFont typeface="Wingdings" charset="2"/>
              <a:buChar char=""/>
            </a:pPr>
            <a:r>
              <a:rPr b="1" lang="es-ES" sz="2000" spc="-1" strike="noStrike">
                <a:solidFill>
                  <a:srgbClr val="000000"/>
                </a:solidFill>
                <a:latin typeface="Calibri"/>
              </a:rPr>
              <a:t>Absolutas</a:t>
            </a:r>
            <a:endParaRPr b="0" lang="es-ES" sz="2000" spc="-1" strike="noStrike">
              <a:solidFill>
                <a:srgbClr val="000000"/>
              </a:solidFill>
              <a:latin typeface="Constantia"/>
            </a:endParaRPr>
          </a:p>
          <a:p>
            <a:pPr lvl="1" marL="708840" indent="-343080" algn="just">
              <a:lnSpc>
                <a:spcPct val="120000"/>
              </a:lnSpc>
              <a:spcAft>
                <a:spcPts val="601"/>
              </a:spcAft>
              <a:buClr>
                <a:srgbClr val="0b5394"/>
              </a:buClr>
              <a:buSzPct val="85000"/>
              <a:buFont typeface="Wingdings" charset="2"/>
              <a:buChar char=""/>
            </a:pPr>
            <a:r>
              <a:rPr b="1" lang="es-ES" sz="2000" spc="-1" strike="noStrike">
                <a:solidFill>
                  <a:srgbClr val="000000"/>
                </a:solidFill>
                <a:latin typeface="Calibri"/>
              </a:rPr>
              <a:t>Relativas</a:t>
            </a:r>
            <a:endParaRPr b="0" lang="es-ES" sz="2000" spc="-1" strike="noStrike">
              <a:solidFill>
                <a:srgbClr val="000000"/>
              </a:solidFill>
              <a:latin typeface="Constantia"/>
            </a:endParaRPr>
          </a:p>
          <a:p>
            <a:pPr>
              <a:lnSpc>
                <a:spcPct val="120000"/>
              </a:lnSpc>
              <a:spcAft>
                <a:spcPts val="601"/>
              </a:spcAft>
              <a:buNone/>
            </a:pPr>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365760">
              <a:lnSpc>
                <a:spcPct val="120000"/>
              </a:lnSpc>
              <a:spcAft>
                <a:spcPts val="601"/>
              </a:spcAft>
              <a:buNone/>
              <a:tabLst>
                <a:tab algn="l" pos="0"/>
              </a:tabLst>
            </a:pPr>
            <a:endParaRPr b="0" lang="es-ES" sz="2000" spc="-1" strike="noStrike">
              <a:solidFill>
                <a:srgbClr val="000000"/>
              </a:solidFill>
              <a:latin typeface="Constantia"/>
            </a:endParaRPr>
          </a:p>
        </p:txBody>
      </p:sp>
      <p:sp>
        <p:nvSpPr>
          <p:cNvPr id="4" name="PlaceHolder 3"/>
          <p:cNvSpPr>
            <a:spLocks noGrp="1"/>
          </p:cNvSpPr>
          <p:nvPr>
            <p:ph type="sldNum" idx="6"/>
          </p:nvPr>
        </p:nvSpPr>
        <p:spPr/>
        <p:txBody>
          <a:bodyPr/>
          <a:p>
            <a:fld id="{F4E772DE-DAD6-4A0F-A7BB-8B79ED7F3D46}" type="slidenum">
              <a:t>2</a:t>
            </a:fld>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06" name="PlaceHolder 2"/>
          <p:cNvSpPr>
            <a:spLocks noGrp="1"/>
          </p:cNvSpPr>
          <p:nvPr>
            <p:ph/>
          </p:nvPr>
        </p:nvSpPr>
        <p:spPr>
          <a:xfrm>
            <a:off x="457200" y="1556640"/>
            <a:ext cx="8506800" cy="4968360"/>
          </a:xfrm>
          <a:prstGeom prst="rect">
            <a:avLst/>
          </a:prstGeom>
          <a:noFill/>
          <a:ln w="0">
            <a:noFill/>
          </a:ln>
        </p:spPr>
        <p:txBody>
          <a:bodyPr lIns="90000" rIns="90000" tIns="45000" bIns="45000" anchor="t">
            <a:noAutofit/>
          </a:bodyPr>
          <a:p>
            <a:pPr algn="just">
              <a:lnSpc>
                <a:spcPct val="120000"/>
              </a:lnSpc>
              <a:spcAft>
                <a:spcPts val="601"/>
              </a:spcAft>
              <a:buNone/>
              <a:tabLst>
                <a:tab algn="l" pos="0"/>
              </a:tabLst>
            </a:pPr>
            <a:r>
              <a:rPr b="1" lang="es-ES" sz="2400" spc="-1" strike="noStrike">
                <a:solidFill>
                  <a:srgbClr val="000000"/>
                </a:solidFill>
                <a:latin typeface="Calibri"/>
              </a:rPr>
              <a:t>Unidades relativas</a:t>
            </a:r>
            <a:endParaRPr b="0" lang="es-ES" sz="24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Definen su valor en relación a otra medida. </a:t>
            </a:r>
            <a:endParaRPr b="0" lang="es-ES" sz="20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La unidades relativas son más flexibles que las unidades absolutas porque se adaptan más fácilmente a los diferentes medios.</a:t>
            </a:r>
            <a:endParaRPr b="0" lang="es-ES" sz="2000" spc="-1" strike="noStrike">
              <a:solidFill>
                <a:srgbClr val="000000"/>
              </a:solidFill>
              <a:latin typeface="Constantia"/>
            </a:endParaRPr>
          </a:p>
          <a:p>
            <a:pPr lvl="2" marL="905040" indent="-264960" algn="just">
              <a:lnSpc>
                <a:spcPct val="100000"/>
              </a:lnSpc>
              <a:spcAft>
                <a:spcPts val="601"/>
              </a:spcAft>
              <a:buClr>
                <a:srgbClr val="0b5394"/>
              </a:buClr>
              <a:buSzPct val="70000"/>
              <a:buFont typeface="Wingdings" charset="2"/>
              <a:buChar char=""/>
              <a:tabLst>
                <a:tab algn="l" pos="0"/>
              </a:tabLst>
            </a:pPr>
            <a:r>
              <a:rPr b="1" lang="es-ES" sz="2000" spc="-1" strike="noStrike">
                <a:solidFill>
                  <a:srgbClr val="000000"/>
                </a:solidFill>
                <a:latin typeface="Calibri"/>
              </a:rPr>
              <a:t>em</a:t>
            </a:r>
            <a:r>
              <a:rPr b="0" lang="es-ES" sz="2000" spc="-1" strike="noStrike">
                <a:solidFill>
                  <a:srgbClr val="000000"/>
                </a:solidFill>
                <a:latin typeface="Calibri"/>
              </a:rPr>
              <a:t>: relativa respecto del tamaño de letra empleado en el contenedor padre. El valor de 1em se puede aproximar por la anchura de la letra M.</a:t>
            </a:r>
            <a:endParaRPr b="0" lang="es-ES" sz="2000" spc="-1" strike="noStrike">
              <a:solidFill>
                <a:srgbClr val="000000"/>
              </a:solidFill>
              <a:latin typeface="Constantia"/>
            </a:endParaRPr>
          </a:p>
          <a:p>
            <a:pPr lvl="2" marL="905040" indent="-264960" algn="just">
              <a:lnSpc>
                <a:spcPct val="100000"/>
              </a:lnSpc>
              <a:spcAft>
                <a:spcPts val="601"/>
              </a:spcAft>
              <a:buClr>
                <a:srgbClr val="0b5394"/>
              </a:buClr>
              <a:buSzPct val="70000"/>
              <a:buFont typeface="Wingdings" charset="2"/>
              <a:buChar char=""/>
              <a:tabLst>
                <a:tab algn="l" pos="0"/>
              </a:tabLst>
            </a:pPr>
            <a:r>
              <a:rPr b="1" lang="es-ES" sz="2000" spc="-1" strike="noStrike">
                <a:solidFill>
                  <a:srgbClr val="000000"/>
                </a:solidFill>
                <a:latin typeface="Calibri"/>
              </a:rPr>
              <a:t>rem</a:t>
            </a:r>
            <a:r>
              <a:rPr b="0" lang="es-ES" sz="2000" spc="-1" strike="noStrike">
                <a:solidFill>
                  <a:srgbClr val="000000"/>
                </a:solidFill>
                <a:latin typeface="Calibri"/>
              </a:rPr>
              <a:t>: relativa respecto del tamaño de letra empleado en el body.</a:t>
            </a:r>
            <a:endParaRPr b="0" lang="es-ES" sz="2000" spc="-1" strike="noStrike">
              <a:solidFill>
                <a:srgbClr val="000000"/>
              </a:solidFill>
              <a:latin typeface="Constantia"/>
            </a:endParaRPr>
          </a:p>
          <a:p>
            <a:pPr lvl="2" marL="905040" indent="-264960" algn="just">
              <a:lnSpc>
                <a:spcPct val="100000"/>
              </a:lnSpc>
              <a:spcAft>
                <a:spcPts val="601"/>
              </a:spcAft>
              <a:buClr>
                <a:srgbClr val="0b5394"/>
              </a:buClr>
              <a:buSzPct val="70000"/>
              <a:buFont typeface="Wingdings" charset="2"/>
              <a:buChar char=""/>
              <a:tabLst>
                <a:tab algn="l" pos="0"/>
              </a:tabLst>
            </a:pPr>
            <a:r>
              <a:rPr b="1" lang="es-ES" sz="2000" spc="-1" strike="noStrike">
                <a:solidFill>
                  <a:srgbClr val="000000"/>
                </a:solidFill>
                <a:latin typeface="Calibri"/>
              </a:rPr>
              <a:t>ex</a:t>
            </a:r>
            <a:r>
              <a:rPr b="0" lang="es-ES" sz="2000" spc="-1" strike="noStrike">
                <a:solidFill>
                  <a:srgbClr val="000000"/>
                </a:solidFill>
                <a:latin typeface="Calibri"/>
              </a:rPr>
              <a:t>: relativa respecto de la altura de la letra x del tipo de letra utilizado</a:t>
            </a:r>
            <a:endParaRPr b="0" lang="es-ES" sz="2000" spc="-1" strike="noStrike">
              <a:solidFill>
                <a:srgbClr val="000000"/>
              </a:solidFill>
              <a:latin typeface="Constantia"/>
            </a:endParaRPr>
          </a:p>
          <a:p>
            <a:pPr lvl="2" marL="905040" indent="-264960" algn="just">
              <a:lnSpc>
                <a:spcPct val="100000"/>
              </a:lnSpc>
              <a:spcAft>
                <a:spcPts val="601"/>
              </a:spcAft>
              <a:buClr>
                <a:srgbClr val="0b5394"/>
              </a:buClr>
              <a:buSzPct val="70000"/>
              <a:buFont typeface="Wingdings" charset="2"/>
              <a:buChar char=""/>
              <a:tabLst>
                <a:tab algn="l" pos="0"/>
              </a:tabLst>
            </a:pPr>
            <a:r>
              <a:rPr b="1" lang="es-ES" sz="2000" spc="-1" strike="noStrike">
                <a:solidFill>
                  <a:srgbClr val="000000"/>
                </a:solidFill>
                <a:latin typeface="Calibri"/>
              </a:rPr>
              <a:t>px</a:t>
            </a:r>
            <a:r>
              <a:rPr b="0" lang="es-ES" sz="2000" spc="-1" strike="noStrike">
                <a:solidFill>
                  <a:srgbClr val="000000"/>
                </a:solidFill>
                <a:latin typeface="Calibri"/>
              </a:rPr>
              <a:t>: (píxel) relativa respecto de la pantalla del usuario se consideran relativas, ya que el aspecto de los elementos dependerá de la resolución del dispositivo en el que se visualiza el documento HTML. En la practica se considera unidad absoluta.</a:t>
            </a:r>
            <a:endParaRPr b="0" lang="es-ES" sz="2000" spc="-1" strike="noStrike">
              <a:solidFill>
                <a:srgbClr val="000000"/>
              </a:solidFill>
              <a:latin typeface="Constantia"/>
            </a:endParaRPr>
          </a:p>
          <a:p>
            <a:pPr>
              <a:lnSpc>
                <a:spcPct val="120000"/>
              </a:lnSpc>
              <a:spcAft>
                <a:spcPts val="601"/>
              </a:spcAft>
              <a:buNone/>
              <a:tabLst>
                <a:tab algn="l" pos="0"/>
              </a:tabLst>
            </a:pPr>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365760">
              <a:lnSpc>
                <a:spcPct val="120000"/>
              </a:lnSpc>
              <a:spcAft>
                <a:spcPts val="601"/>
              </a:spcAft>
              <a:buNone/>
              <a:tabLst>
                <a:tab algn="l" pos="0"/>
              </a:tabLst>
            </a:pPr>
            <a:endParaRPr b="0" lang="es-ES" sz="2000" spc="-1" strike="noStrike">
              <a:solidFill>
                <a:srgbClr val="000000"/>
              </a:solidFill>
              <a:latin typeface="Constantia"/>
            </a:endParaRPr>
          </a:p>
        </p:txBody>
      </p:sp>
      <p:sp>
        <p:nvSpPr>
          <p:cNvPr id="4" name="PlaceHolder 3"/>
          <p:cNvSpPr>
            <a:spLocks noGrp="1"/>
          </p:cNvSpPr>
          <p:nvPr>
            <p:ph type="sldNum" idx="6"/>
          </p:nvPr>
        </p:nvSpPr>
        <p:spPr/>
        <p:txBody>
          <a:bodyPr/>
          <a:p>
            <a:fld id="{AA00F60A-9375-41D3-8947-586141AF1748}" type="slidenum">
              <a:t>3</a:t>
            </a:fld>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08"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a:lnSpc>
                <a:spcPct val="120000"/>
              </a:lnSpc>
              <a:spcAft>
                <a:spcPts val="601"/>
              </a:spcAft>
              <a:buNone/>
              <a:tabLst>
                <a:tab algn="l" pos="0"/>
              </a:tabLst>
            </a:pPr>
            <a:r>
              <a:rPr b="1" lang="es-ES" sz="2400" spc="-1" strike="noStrike">
                <a:solidFill>
                  <a:srgbClr val="000000"/>
                </a:solidFill>
                <a:latin typeface="Calibri"/>
              </a:rPr>
              <a:t>Unidades absolutas</a:t>
            </a:r>
            <a:endParaRPr b="0" lang="es-ES" sz="24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1800" spc="-1" strike="noStrike">
                <a:solidFill>
                  <a:srgbClr val="000000"/>
                </a:solidFill>
                <a:latin typeface="Calibri"/>
              </a:rPr>
              <a:t>Las unidades absolutas definen las medidas de forma completa. No se calculan a partir de otro valor de referencia. </a:t>
            </a:r>
            <a:r>
              <a:rPr b="1" lang="es-ES" sz="1800" spc="-1" strike="noStrike">
                <a:solidFill>
                  <a:srgbClr val="000000"/>
                </a:solidFill>
                <a:latin typeface="Calibri"/>
              </a:rPr>
              <a:t>Son directamente los valores indicados</a:t>
            </a:r>
            <a:r>
              <a:rPr b="0" lang="es-ES" sz="1800" spc="-1" strike="noStrike">
                <a:solidFill>
                  <a:srgbClr val="000000"/>
                </a:solidFill>
                <a:latin typeface="Calibri"/>
              </a:rPr>
              <a:t>.</a:t>
            </a:r>
            <a:endParaRPr b="0" lang="es-ES" sz="1800" spc="-1" strike="noStrike">
              <a:solidFill>
                <a:srgbClr val="000000"/>
              </a:solidFill>
              <a:latin typeface="Constantia"/>
            </a:endParaRPr>
          </a:p>
          <a:p>
            <a:pPr lvl="2" marL="925920" indent="-285840" algn="just">
              <a:lnSpc>
                <a:spcPct val="100000"/>
              </a:lnSpc>
              <a:buClr>
                <a:srgbClr val="0b5394"/>
              </a:buClr>
              <a:buSzPct val="70000"/>
              <a:buFont typeface="Wingdings" charset="2"/>
              <a:buChar char=""/>
              <a:tabLst>
                <a:tab algn="l" pos="0"/>
              </a:tabLst>
            </a:pPr>
            <a:r>
              <a:rPr b="1" lang="es-ES" sz="1800" spc="-1" strike="noStrike">
                <a:solidFill>
                  <a:srgbClr val="000000"/>
                </a:solidFill>
                <a:latin typeface="Calibri"/>
              </a:rPr>
              <a:t>in</a:t>
            </a:r>
            <a:r>
              <a:rPr b="0" lang="es-ES" sz="1800" spc="-1" strike="noStrike">
                <a:solidFill>
                  <a:srgbClr val="000000"/>
                </a:solidFill>
                <a:latin typeface="Calibri"/>
              </a:rPr>
              <a:t>, del inglés "inches", pulgadas (1 pulgada son 2.54 centímetros)</a:t>
            </a:r>
            <a:endParaRPr b="0" lang="es-ES" sz="1800" spc="-1" strike="noStrike">
              <a:solidFill>
                <a:srgbClr val="000000"/>
              </a:solidFill>
              <a:latin typeface="Constantia"/>
            </a:endParaRPr>
          </a:p>
          <a:p>
            <a:pPr lvl="2" marL="925920" indent="-285840" algn="just">
              <a:lnSpc>
                <a:spcPct val="100000"/>
              </a:lnSpc>
              <a:buClr>
                <a:srgbClr val="0b5394"/>
              </a:buClr>
              <a:buSzPct val="70000"/>
              <a:buFont typeface="Wingdings" charset="2"/>
              <a:buChar char=""/>
              <a:tabLst>
                <a:tab algn="l" pos="0"/>
              </a:tabLst>
            </a:pPr>
            <a:r>
              <a:rPr b="1" lang="es-ES" sz="1800" spc="-1" strike="noStrike">
                <a:solidFill>
                  <a:srgbClr val="000000"/>
                </a:solidFill>
                <a:latin typeface="Calibri"/>
              </a:rPr>
              <a:t>cm</a:t>
            </a:r>
            <a:r>
              <a:rPr b="0" lang="es-ES" sz="1800" spc="-1" strike="noStrike">
                <a:solidFill>
                  <a:srgbClr val="000000"/>
                </a:solidFill>
                <a:latin typeface="Calibri"/>
              </a:rPr>
              <a:t>, centímetros</a:t>
            </a:r>
            <a:endParaRPr b="0" lang="es-ES" sz="1800" spc="-1" strike="noStrike">
              <a:solidFill>
                <a:srgbClr val="000000"/>
              </a:solidFill>
              <a:latin typeface="Constantia"/>
            </a:endParaRPr>
          </a:p>
          <a:p>
            <a:pPr lvl="2" marL="925920" indent="-285840" algn="just">
              <a:lnSpc>
                <a:spcPct val="100000"/>
              </a:lnSpc>
              <a:buClr>
                <a:srgbClr val="0b5394"/>
              </a:buClr>
              <a:buSzPct val="70000"/>
              <a:buFont typeface="Wingdings" charset="2"/>
              <a:buChar char=""/>
              <a:tabLst>
                <a:tab algn="l" pos="0"/>
              </a:tabLst>
            </a:pPr>
            <a:r>
              <a:rPr b="1" lang="es-ES" sz="1800" spc="-1" strike="noStrike">
                <a:solidFill>
                  <a:srgbClr val="000000"/>
                </a:solidFill>
                <a:latin typeface="Calibri"/>
              </a:rPr>
              <a:t>mm</a:t>
            </a:r>
            <a:r>
              <a:rPr b="0" lang="es-ES" sz="1800" spc="-1" strike="noStrike">
                <a:solidFill>
                  <a:srgbClr val="000000"/>
                </a:solidFill>
                <a:latin typeface="Calibri"/>
              </a:rPr>
              <a:t>, milímetros</a:t>
            </a:r>
            <a:endParaRPr b="0" lang="es-ES" sz="1800" spc="-1" strike="noStrike">
              <a:solidFill>
                <a:srgbClr val="000000"/>
              </a:solidFill>
              <a:latin typeface="Constantia"/>
            </a:endParaRPr>
          </a:p>
          <a:p>
            <a:pPr lvl="2" marL="925920" indent="-285840" algn="just">
              <a:lnSpc>
                <a:spcPct val="100000"/>
              </a:lnSpc>
              <a:buClr>
                <a:srgbClr val="0b5394"/>
              </a:buClr>
              <a:buSzPct val="70000"/>
              <a:buFont typeface="Wingdings" charset="2"/>
              <a:buChar char=""/>
              <a:tabLst>
                <a:tab algn="l" pos="0"/>
              </a:tabLst>
            </a:pPr>
            <a:r>
              <a:rPr b="1" lang="es-ES" sz="1800" spc="-1" strike="noStrike">
                <a:solidFill>
                  <a:srgbClr val="000000"/>
                </a:solidFill>
                <a:latin typeface="Calibri"/>
              </a:rPr>
              <a:t>pt</a:t>
            </a:r>
            <a:r>
              <a:rPr b="0" lang="es-ES" sz="1800" spc="-1" strike="noStrike">
                <a:solidFill>
                  <a:srgbClr val="000000"/>
                </a:solidFill>
                <a:latin typeface="Calibri"/>
              </a:rPr>
              <a:t>, puntos (1 punto equivale a 1/72pulgadas). Es la unidad adecuada para indicar el tamaño de la letra para los documentos a imprimir.</a:t>
            </a:r>
            <a:endParaRPr b="0" lang="es-ES" sz="1800" spc="-1" strike="noStrike">
              <a:solidFill>
                <a:srgbClr val="000000"/>
              </a:solidFill>
              <a:latin typeface="Constantia"/>
            </a:endParaRPr>
          </a:p>
          <a:p>
            <a:pPr lvl="2" marL="925920" indent="-285840" algn="just">
              <a:lnSpc>
                <a:spcPct val="100000"/>
              </a:lnSpc>
              <a:buClr>
                <a:srgbClr val="0b5394"/>
              </a:buClr>
              <a:buSzPct val="70000"/>
              <a:buFont typeface="Wingdings" charset="2"/>
              <a:buChar char=""/>
              <a:tabLst>
                <a:tab algn="l" pos="0"/>
              </a:tabLst>
            </a:pPr>
            <a:r>
              <a:rPr b="1" lang="es-ES" sz="1800" spc="-1" strike="noStrike">
                <a:solidFill>
                  <a:srgbClr val="000000"/>
                </a:solidFill>
                <a:latin typeface="Calibri"/>
              </a:rPr>
              <a:t>pc</a:t>
            </a:r>
            <a:r>
              <a:rPr b="0" lang="es-ES" sz="1800" spc="-1" strike="noStrike">
                <a:solidFill>
                  <a:srgbClr val="000000"/>
                </a:solidFill>
                <a:latin typeface="Calibri"/>
              </a:rPr>
              <a:t>, picas (1 pica equivale a 12 puntos)</a:t>
            </a:r>
            <a:endParaRPr b="0" lang="es-ES" sz="1800" spc="-1" strike="noStrike">
              <a:solidFill>
                <a:srgbClr val="000000"/>
              </a:solidFill>
              <a:latin typeface="Constantia"/>
            </a:endParaRPr>
          </a:p>
          <a:p>
            <a:pPr lvl="1" marL="630720" indent="-264960" algn="just">
              <a:lnSpc>
                <a:spcPct val="100000"/>
              </a:lnSpc>
              <a:spcBef>
                <a:spcPts val="1199"/>
              </a:spcBef>
              <a:spcAft>
                <a:spcPts val="601"/>
              </a:spcAft>
              <a:buClr>
                <a:srgbClr val="0b5394"/>
              </a:buClr>
              <a:buSzPct val="85000"/>
              <a:buFont typeface="Wingdings 2" charset="2"/>
              <a:buChar char=""/>
              <a:tabLst>
                <a:tab algn="l" pos="0"/>
              </a:tabLst>
            </a:pPr>
            <a:r>
              <a:rPr b="0" lang="es-ES" sz="1800" spc="-1" strike="noStrike">
                <a:solidFill>
                  <a:srgbClr val="000000"/>
                </a:solidFill>
                <a:latin typeface="Calibri"/>
              </a:rPr>
              <a:t>Su uso es idéntico al de las unidades relativas, con la diferencia que los valores indicados son directamente los valores que se utilizan, sin necesidad de calcular los valores reales en función de otras referencias.</a:t>
            </a:r>
            <a:endParaRPr b="0" lang="es-ES" sz="1800" spc="-1" strike="noStrike">
              <a:solidFill>
                <a:srgbClr val="000000"/>
              </a:solidFill>
              <a:latin typeface="Constantia"/>
            </a:endParaRPr>
          </a:p>
          <a:p>
            <a:endParaRPr b="0" lang="es-ES" sz="1800" spc="-1" strike="noStrike">
              <a:solidFill>
                <a:srgbClr val="000000"/>
              </a:solidFill>
              <a:latin typeface="Constantia"/>
            </a:endParaRPr>
          </a:p>
          <a:p>
            <a:endParaRPr b="0" lang="es-ES" sz="1800" spc="-1" strike="noStrike">
              <a:solidFill>
                <a:srgbClr val="000000"/>
              </a:solidFill>
              <a:latin typeface="Constantia"/>
            </a:endParaRPr>
          </a:p>
          <a:p>
            <a:endParaRPr b="0" lang="es-ES" sz="1800" spc="-1" strike="noStrike">
              <a:solidFill>
                <a:srgbClr val="000000"/>
              </a:solidFill>
              <a:latin typeface="Constantia"/>
            </a:endParaRPr>
          </a:p>
          <a:p>
            <a:pPr marL="365760">
              <a:lnSpc>
                <a:spcPct val="120000"/>
              </a:lnSpc>
              <a:spcAft>
                <a:spcPts val="601"/>
              </a:spcAft>
              <a:buNone/>
              <a:tabLst>
                <a:tab algn="l" pos="0"/>
              </a:tabLst>
            </a:pPr>
            <a:endParaRPr b="0" lang="es-ES" sz="1800" spc="-1" strike="noStrike">
              <a:solidFill>
                <a:srgbClr val="000000"/>
              </a:solidFill>
              <a:latin typeface="Constantia"/>
            </a:endParaRPr>
          </a:p>
        </p:txBody>
      </p:sp>
      <p:sp>
        <p:nvSpPr>
          <p:cNvPr id="109" name="Text Box 4"/>
          <p:cNvSpPr/>
          <p:nvPr/>
        </p:nvSpPr>
        <p:spPr>
          <a:xfrm>
            <a:off x="1060920" y="5767200"/>
            <a:ext cx="6896880" cy="7297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rIns="90000" tIns="45000" bIns="45000" anchor="t">
            <a:spAutoFit/>
          </a:bodyPr>
          <a:p>
            <a:pPr marL="266760" indent="-266760">
              <a:lnSpc>
                <a:spcPct val="100000"/>
              </a:lnSpc>
              <a:buNone/>
              <a:tabLst>
                <a:tab algn="l" pos="0"/>
              </a:tabLst>
            </a:pPr>
            <a:r>
              <a:rPr b="0" lang="en-US" sz="1400" spc="-1" strike="noStrike">
                <a:solidFill>
                  <a:srgbClr val="000000"/>
                </a:solidFill>
                <a:latin typeface="Courier New"/>
              </a:rPr>
              <a:t>body { margin: 0.5in;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h1 { line-height: 2.5cm;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a { font-size: 12pt; }</a:t>
            </a:r>
            <a:endParaRPr b="0" lang="es-ES" sz="1400" spc="-1" strike="noStrike">
              <a:latin typeface="Arial"/>
            </a:endParaRPr>
          </a:p>
        </p:txBody>
      </p:sp>
      <p:sp>
        <p:nvSpPr>
          <p:cNvPr id="4" name="PlaceHolder 3"/>
          <p:cNvSpPr>
            <a:spLocks noGrp="1"/>
          </p:cNvSpPr>
          <p:nvPr>
            <p:ph type="sldNum" idx="6"/>
          </p:nvPr>
        </p:nvSpPr>
        <p:spPr/>
        <p:txBody>
          <a:bodyPr/>
          <a:p>
            <a:fld id="{8BD7D9D4-D5DF-4010-A7F3-CFA3650C582A}" type="slidenum">
              <a:t>4</a:t>
            </a:fld>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0"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11"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lvl="1" marL="272880" indent="-177840" algn="just">
              <a:lnSpc>
                <a:spcPct val="100000"/>
              </a:lnSpc>
              <a:spcAft>
                <a:spcPts val="601"/>
              </a:spcAft>
              <a:buClr>
                <a:srgbClr val="0b5394"/>
              </a:buClr>
              <a:buSzPct val="85000"/>
              <a:buFont typeface="Wingdings 2" charset="2"/>
              <a:buChar char=""/>
            </a:pPr>
            <a:r>
              <a:rPr b="0" lang="es-ES" sz="2000" spc="-1" strike="noStrike">
                <a:solidFill>
                  <a:srgbClr val="000000"/>
                </a:solidFill>
                <a:latin typeface="Calibri"/>
              </a:rPr>
              <a:t>Las distintas unidades se pueden mezclar entre los diferentes elementos de una misma página:</a:t>
            </a:r>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272880" indent="-177840" algn="just">
              <a:lnSpc>
                <a:spcPct val="100000"/>
              </a:lnSpc>
              <a:spcAft>
                <a:spcPts val="601"/>
              </a:spcAft>
              <a:buNone/>
              <a:tabLst>
                <a:tab algn="l" pos="0"/>
              </a:tabLst>
            </a:pPr>
            <a:endParaRPr b="0" lang="es-ES" sz="2000" spc="-1" strike="noStrike">
              <a:solidFill>
                <a:srgbClr val="000000"/>
              </a:solidFill>
              <a:latin typeface="Constantia"/>
            </a:endParaRPr>
          </a:p>
          <a:p>
            <a:pPr marL="272880" indent="-177840" algn="just">
              <a:lnSpc>
                <a:spcPct val="100000"/>
              </a:lnSpc>
              <a:spcAft>
                <a:spcPts val="601"/>
              </a:spcAft>
              <a:buNone/>
              <a:tabLst>
                <a:tab algn="l" pos="0"/>
              </a:tabLst>
            </a:pPr>
            <a:endParaRPr b="0" lang="es-ES" sz="2000" spc="-1" strike="noStrike">
              <a:solidFill>
                <a:srgbClr val="000000"/>
              </a:solidFill>
              <a:latin typeface="Constantia"/>
            </a:endParaRPr>
          </a:p>
          <a:p>
            <a:pPr marL="272880" indent="-177840" algn="just">
              <a:lnSpc>
                <a:spcPct val="100000"/>
              </a:lnSpc>
              <a:spcAft>
                <a:spcPts val="601"/>
              </a:spcAft>
              <a:buNone/>
              <a:tabLst>
                <a:tab algn="l" pos="0"/>
              </a:tabLst>
            </a:pPr>
            <a:endParaRPr b="0" lang="es-ES" sz="2000" spc="-1" strike="noStrike">
              <a:solidFill>
                <a:srgbClr val="000000"/>
              </a:solidFill>
              <a:latin typeface="Constantia"/>
            </a:endParaRPr>
          </a:p>
          <a:p>
            <a:pPr lvl="2" marL="627120" indent="-177840" algn="just">
              <a:lnSpc>
                <a:spcPct val="100000"/>
              </a:lnSpc>
              <a:spcAft>
                <a:spcPts val="601"/>
              </a:spcAft>
              <a:buClr>
                <a:srgbClr val="0b5394"/>
              </a:buClr>
              <a:buSzPct val="70000"/>
              <a:buFont typeface="Wingdings" charset="2"/>
              <a:buChar char=""/>
              <a:tabLst>
                <a:tab algn="l" pos="0"/>
              </a:tabLst>
            </a:pPr>
            <a:r>
              <a:rPr b="0" lang="es-ES" sz="2000" spc="-1" strike="noStrike">
                <a:solidFill>
                  <a:srgbClr val="000000"/>
                </a:solidFill>
                <a:latin typeface="Calibri"/>
              </a:rPr>
              <a:t>En primer lugar, se establece un tamaño de letra base de 10 píxel para toda la página, es decir, para el body .</a:t>
            </a:r>
            <a:endParaRPr b="0" lang="es-ES" sz="2000" spc="-1" strike="noStrike">
              <a:solidFill>
                <a:srgbClr val="000000"/>
              </a:solidFill>
              <a:latin typeface="Constantia"/>
            </a:endParaRPr>
          </a:p>
          <a:p>
            <a:pPr lvl="2" marL="627120" indent="-177840" algn="just">
              <a:lnSpc>
                <a:spcPct val="100000"/>
              </a:lnSpc>
              <a:spcAft>
                <a:spcPts val="601"/>
              </a:spcAft>
              <a:buClr>
                <a:srgbClr val="0b5394"/>
              </a:buClr>
              <a:buSzPct val="70000"/>
              <a:buFont typeface="Wingdings" charset="2"/>
              <a:buChar char=""/>
              <a:tabLst>
                <a:tab algn="l" pos="0"/>
              </a:tabLst>
            </a:pPr>
            <a:r>
              <a:rPr b="0" lang="es-ES" sz="2000" spc="-1" strike="noStrike">
                <a:solidFill>
                  <a:srgbClr val="000000"/>
                </a:solidFill>
                <a:latin typeface="Calibri"/>
              </a:rPr>
              <a:t>A continuación, se asigna un tamaño de 2.5em al elemento &lt;h1&gt;, por lo que su tamaño de letra real será de 2.5 x 10px = 25px.</a:t>
            </a:r>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365760">
              <a:lnSpc>
                <a:spcPct val="120000"/>
              </a:lnSpc>
              <a:spcAft>
                <a:spcPts val="601"/>
              </a:spcAft>
              <a:buNone/>
              <a:tabLst>
                <a:tab algn="l" pos="0"/>
              </a:tabLst>
            </a:pPr>
            <a:endParaRPr b="0" lang="es-ES" sz="2000" spc="-1" strike="noStrike">
              <a:solidFill>
                <a:srgbClr val="000000"/>
              </a:solidFill>
              <a:latin typeface="Constantia"/>
            </a:endParaRPr>
          </a:p>
        </p:txBody>
      </p:sp>
      <p:sp>
        <p:nvSpPr>
          <p:cNvPr id="112" name="Text Box 4"/>
          <p:cNvSpPr/>
          <p:nvPr/>
        </p:nvSpPr>
        <p:spPr>
          <a:xfrm>
            <a:off x="1115640" y="2349000"/>
            <a:ext cx="6984360" cy="136908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rIns="90000" tIns="45000" bIns="45000" anchor="t">
            <a:spAutoFit/>
          </a:bodyPr>
          <a:p>
            <a:pPr marL="266760" indent="-266760">
              <a:lnSpc>
                <a:spcPct val="100000"/>
              </a:lnSpc>
              <a:buNone/>
              <a:tabLst>
                <a:tab algn="l" pos="0"/>
              </a:tabLst>
            </a:pPr>
            <a:r>
              <a:rPr b="0" lang="en-US" sz="1400" spc="-1" strike="noStrike">
                <a:solidFill>
                  <a:srgbClr val="000000"/>
                </a:solidFill>
                <a:latin typeface="Courier New"/>
              </a:rPr>
              <a:t>body {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	</a:t>
            </a:r>
            <a:r>
              <a:rPr b="0" lang="en-US" sz="1400" spc="-1" strike="noStrike">
                <a:solidFill>
                  <a:srgbClr val="000000"/>
                </a:solidFill>
                <a:latin typeface="Courier New"/>
              </a:rPr>
              <a:t>font-size: 10px;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h1 {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	</a:t>
            </a:r>
            <a:r>
              <a:rPr b="0" lang="en-US" sz="1400" spc="-1" strike="noStrike">
                <a:solidFill>
                  <a:srgbClr val="000000"/>
                </a:solidFill>
                <a:latin typeface="Courier New"/>
              </a:rPr>
              <a:t>font-size: 2.5em;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a:t>
            </a:r>
            <a:endParaRPr b="0" lang="es-ES" sz="1400" spc="-1" strike="noStrike">
              <a:latin typeface="Arial"/>
            </a:endParaRPr>
          </a:p>
        </p:txBody>
      </p:sp>
      <p:sp>
        <p:nvSpPr>
          <p:cNvPr id="4" name="PlaceHolder 3"/>
          <p:cNvSpPr>
            <a:spLocks noGrp="1"/>
          </p:cNvSpPr>
          <p:nvPr>
            <p:ph type="sldNum" idx="6"/>
          </p:nvPr>
        </p:nvSpPr>
        <p:spPr/>
        <p:txBody>
          <a:bodyPr/>
          <a:p>
            <a:fld id="{3411F61C-7361-488F-895B-6C033C08923D}" type="slidenum">
              <a:t>5</a:t>
            </a:fld>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14"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a:lnSpc>
                <a:spcPct val="120000"/>
              </a:lnSpc>
              <a:spcAft>
                <a:spcPts val="601"/>
              </a:spcAft>
              <a:buNone/>
              <a:tabLst>
                <a:tab algn="l" pos="0"/>
              </a:tabLst>
            </a:pPr>
            <a:r>
              <a:rPr b="1" lang="es-ES" sz="2400" spc="-1" strike="noStrike">
                <a:solidFill>
                  <a:srgbClr val="000000"/>
                </a:solidFill>
                <a:latin typeface="Calibri"/>
              </a:rPr>
              <a:t>Porcentajes</a:t>
            </a:r>
            <a:endParaRPr b="0" lang="es-ES" sz="24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Un porcentaje está formado por un valor numérico seguido del </a:t>
            </a:r>
            <a:r>
              <a:rPr b="1" lang="es-ES" sz="2000" spc="-1" strike="noStrike">
                <a:solidFill>
                  <a:srgbClr val="000000"/>
                </a:solidFill>
                <a:latin typeface="Calibri"/>
              </a:rPr>
              <a:t>símbolo % </a:t>
            </a:r>
            <a:r>
              <a:rPr b="0" lang="es-ES" sz="2000" spc="-1" strike="noStrike">
                <a:solidFill>
                  <a:srgbClr val="000000"/>
                </a:solidFill>
                <a:latin typeface="Calibri"/>
              </a:rPr>
              <a:t>y siempre está referenciado a otra medida. </a:t>
            </a:r>
            <a:endParaRPr b="0" lang="es-ES" sz="20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Por lo tanto es una unidad de medida relativa. Se pueden utilizar para establecer el valor del tamaño de la letra:</a:t>
            </a:r>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640080" algn="just">
              <a:lnSpc>
                <a:spcPct val="100000"/>
              </a:lnSpc>
              <a:spcBef>
                <a:spcPts val="1199"/>
              </a:spcBef>
              <a:spcAft>
                <a:spcPts val="601"/>
              </a:spcAft>
              <a:buNone/>
              <a:tabLst>
                <a:tab algn="l" pos="0"/>
              </a:tabLst>
            </a:pPr>
            <a:r>
              <a:rPr b="0" lang="es-ES" sz="2000" spc="-1" strike="noStrike">
                <a:solidFill>
                  <a:srgbClr val="000000"/>
                </a:solidFill>
                <a:latin typeface="Calibri"/>
              </a:rPr>
              <a:t>Los tamaños establecidos para los elementos &lt;h1&gt; y &lt;h2&gt; mediante las reglas anteriores, son equivalentes a 2em y 1.5em respectivamente, por lo que es más habitual definirlos mediante em.</a:t>
            </a:r>
            <a:endParaRPr b="0" lang="es-ES" sz="2000" spc="-1" strike="noStrike">
              <a:solidFill>
                <a:srgbClr val="000000"/>
              </a:solidFill>
              <a:latin typeface="Constantia"/>
            </a:endParaRPr>
          </a:p>
        </p:txBody>
      </p:sp>
      <p:sp>
        <p:nvSpPr>
          <p:cNvPr id="115" name="Text Box 4"/>
          <p:cNvSpPr/>
          <p:nvPr/>
        </p:nvSpPr>
        <p:spPr>
          <a:xfrm>
            <a:off x="1262160" y="3546720"/>
            <a:ext cx="6896880" cy="7297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rIns="90000" tIns="45000" bIns="45000" anchor="t">
            <a:spAutoFit/>
          </a:bodyPr>
          <a:p>
            <a:pPr marL="266760" indent="-266760">
              <a:lnSpc>
                <a:spcPct val="100000"/>
              </a:lnSpc>
              <a:buNone/>
              <a:tabLst>
                <a:tab algn="l" pos="0"/>
              </a:tabLst>
            </a:pPr>
            <a:r>
              <a:rPr b="0" lang="en-US" sz="1400" spc="-1" strike="noStrike">
                <a:solidFill>
                  <a:srgbClr val="000000"/>
                </a:solidFill>
                <a:latin typeface="Courier New"/>
              </a:rPr>
              <a:t>body { font-size: 1em;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h1 { font-size: 200%;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h2 { font-size: 150%; }</a:t>
            </a:r>
            <a:endParaRPr b="0" lang="es-ES" sz="1400" spc="-1" strike="noStrike">
              <a:latin typeface="Arial"/>
            </a:endParaRPr>
          </a:p>
        </p:txBody>
      </p:sp>
      <p:sp>
        <p:nvSpPr>
          <p:cNvPr id="4" name="PlaceHolder 3"/>
          <p:cNvSpPr>
            <a:spLocks noGrp="1"/>
          </p:cNvSpPr>
          <p:nvPr>
            <p:ph type="sldNum" idx="6"/>
          </p:nvPr>
        </p:nvSpPr>
        <p:spPr/>
        <p:txBody>
          <a:bodyPr/>
          <a:p>
            <a:fld id="{F9BBC847-85A9-4634-94F8-5B977A9679B5}" type="slidenum">
              <a:t>6</a:t>
            </a:fld>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17"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a:lnSpc>
                <a:spcPct val="120000"/>
              </a:lnSpc>
              <a:spcAft>
                <a:spcPts val="601"/>
              </a:spcAft>
              <a:buNone/>
              <a:tabLst>
                <a:tab algn="l" pos="0"/>
              </a:tabLst>
            </a:pPr>
            <a:r>
              <a:rPr b="1" lang="es-ES" sz="2400" spc="-1" strike="noStrike">
                <a:solidFill>
                  <a:srgbClr val="000000"/>
                </a:solidFill>
                <a:latin typeface="Calibri"/>
              </a:rPr>
              <a:t>Porcentajes</a:t>
            </a:r>
            <a:endParaRPr b="0" lang="es-ES" sz="24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Los porcentajes también se suelen usar para establecer la anchura de los elementos.</a:t>
            </a:r>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640080" algn="just">
              <a:lnSpc>
                <a:spcPct val="100000"/>
              </a:lnSpc>
              <a:spcBef>
                <a:spcPts val="601"/>
              </a:spcBef>
              <a:spcAft>
                <a:spcPts val="601"/>
              </a:spcAft>
              <a:buNone/>
              <a:tabLst>
                <a:tab algn="l" pos="0"/>
              </a:tabLst>
            </a:pPr>
            <a:r>
              <a:rPr b="0" lang="es-ES" sz="2000" spc="-1" strike="noStrike">
                <a:solidFill>
                  <a:srgbClr val="000000"/>
                </a:solidFill>
                <a:latin typeface="Calibri"/>
              </a:rPr>
              <a:t>La referencia del valor 80% es la anchura de su elemento padre. </a:t>
            </a:r>
            <a:endParaRPr b="0" lang="es-ES" sz="2000" spc="-1" strike="noStrike">
              <a:solidFill>
                <a:srgbClr val="000000"/>
              </a:solidFill>
              <a:latin typeface="Constantia"/>
            </a:endParaRPr>
          </a:p>
          <a:p>
            <a:pPr marL="640080" algn="just">
              <a:lnSpc>
                <a:spcPct val="100000"/>
              </a:lnSpc>
              <a:spcAft>
                <a:spcPts val="601"/>
              </a:spcAft>
              <a:buNone/>
              <a:tabLst>
                <a:tab algn="l" pos="0"/>
              </a:tabLst>
            </a:pPr>
            <a:r>
              <a:rPr b="0" lang="es-ES" sz="2000" spc="-1" strike="noStrike">
                <a:solidFill>
                  <a:srgbClr val="000000"/>
                </a:solidFill>
                <a:latin typeface="Calibri"/>
              </a:rPr>
              <a:t>Por tanto, el elemento &lt;div&gt; cuyo atributo class es “principal” tiene una anchura de 80% x 600px = 480px.</a:t>
            </a:r>
            <a:endParaRPr b="0" lang="es-ES" sz="2000" spc="-1" strike="noStrike">
              <a:solidFill>
                <a:srgbClr val="000000"/>
              </a:solidFill>
              <a:latin typeface="Constantia"/>
            </a:endParaRPr>
          </a:p>
        </p:txBody>
      </p:sp>
      <p:sp>
        <p:nvSpPr>
          <p:cNvPr id="118" name="Text Box 4"/>
          <p:cNvSpPr/>
          <p:nvPr/>
        </p:nvSpPr>
        <p:spPr>
          <a:xfrm>
            <a:off x="1262160" y="3008160"/>
            <a:ext cx="6896880" cy="179532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rIns="90000" tIns="45000" bIns="45000" anchor="t">
            <a:spAutoFit/>
          </a:bodyPr>
          <a:p>
            <a:pPr marL="266760" indent="-266760">
              <a:lnSpc>
                <a:spcPct val="100000"/>
              </a:lnSpc>
              <a:buNone/>
              <a:tabLst>
                <a:tab algn="l" pos="0"/>
              </a:tabLst>
            </a:pPr>
            <a:r>
              <a:rPr b="0" lang="en-US" sz="1400" spc="-1" strike="noStrike">
                <a:solidFill>
                  <a:srgbClr val="000000"/>
                </a:solidFill>
                <a:latin typeface="Courier New"/>
              </a:rPr>
              <a:t>div#contenido { width: 600px; }</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div.principal { width: 80%; }</a:t>
            </a:r>
            <a:endParaRPr b="0" lang="es-ES" sz="1400" spc="-1" strike="noStrike">
              <a:latin typeface="Arial"/>
            </a:endParaRPr>
          </a:p>
          <a:p>
            <a:pPr marL="266760" indent="-266760">
              <a:lnSpc>
                <a:spcPct val="100000"/>
              </a:lnSpc>
              <a:buNone/>
              <a:tabLst>
                <a:tab algn="l" pos="0"/>
              </a:tabLst>
            </a:pP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&lt;div id="contenido"&gt;</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   </a:t>
            </a:r>
            <a:r>
              <a:rPr b="0" lang="en-US" sz="1400" spc="-1" strike="noStrike">
                <a:solidFill>
                  <a:srgbClr val="000000"/>
                </a:solidFill>
                <a:latin typeface="Courier New"/>
              </a:rPr>
              <a:t>&lt;div class="principal"&gt;</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    </a:t>
            </a:r>
            <a:r>
              <a:rPr b="0" lang="en-US" sz="1400" spc="-1" strike="noStrike">
                <a:solidFill>
                  <a:srgbClr val="000000"/>
                </a:solidFill>
                <a:latin typeface="Courier New"/>
              </a:rPr>
              <a:t>...</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   </a:t>
            </a:r>
            <a:r>
              <a:rPr b="0" lang="en-US" sz="1400" spc="-1" strike="noStrike">
                <a:solidFill>
                  <a:srgbClr val="000000"/>
                </a:solidFill>
                <a:latin typeface="Courier New"/>
              </a:rPr>
              <a:t>&lt;/div&gt;</a:t>
            </a:r>
            <a:endParaRPr b="0" lang="es-ES" sz="1400" spc="-1" strike="noStrike">
              <a:latin typeface="Arial"/>
            </a:endParaRPr>
          </a:p>
          <a:p>
            <a:pPr marL="266760" indent="-266760">
              <a:lnSpc>
                <a:spcPct val="100000"/>
              </a:lnSpc>
              <a:buNone/>
              <a:tabLst>
                <a:tab algn="l" pos="0"/>
              </a:tabLst>
            </a:pPr>
            <a:r>
              <a:rPr b="0" lang="en-US" sz="1400" spc="-1" strike="noStrike">
                <a:solidFill>
                  <a:srgbClr val="000000"/>
                </a:solidFill>
                <a:latin typeface="Courier New"/>
              </a:rPr>
              <a:t>&lt;/div&gt;</a:t>
            </a:r>
            <a:endParaRPr b="0" lang="es-ES" sz="1400" spc="-1" strike="noStrike">
              <a:latin typeface="Arial"/>
            </a:endParaRPr>
          </a:p>
        </p:txBody>
      </p:sp>
      <p:sp>
        <p:nvSpPr>
          <p:cNvPr id="4" name="PlaceHolder 3"/>
          <p:cNvSpPr>
            <a:spLocks noGrp="1"/>
          </p:cNvSpPr>
          <p:nvPr>
            <p:ph type="sldNum" idx="6"/>
          </p:nvPr>
        </p:nvSpPr>
        <p:spPr/>
        <p:txBody>
          <a:bodyPr/>
          <a:p>
            <a:fld id="{EB80E98B-FBB8-46A9-AB6C-4C8CD5457645}" type="slidenum">
              <a:t>7</a:t>
            </a:fld>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20"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a:lnSpc>
                <a:spcPct val="120000"/>
              </a:lnSpc>
              <a:spcAft>
                <a:spcPts val="601"/>
              </a:spcAft>
              <a:buNone/>
              <a:tabLst>
                <a:tab algn="l" pos="0"/>
              </a:tabLst>
            </a:pPr>
            <a:r>
              <a:rPr b="1" lang="es-ES" sz="2400" spc="-1" strike="noStrike">
                <a:solidFill>
                  <a:srgbClr val="000000"/>
                </a:solidFill>
                <a:latin typeface="Calibri"/>
              </a:rPr>
              <a:t>Medidas relativas al viewport</a:t>
            </a:r>
            <a:endParaRPr b="0" lang="es-ES" sz="2400" spc="-1" strike="noStrike">
              <a:solidFill>
                <a:srgbClr val="000000"/>
              </a:solidFill>
              <a:latin typeface="Constantia"/>
            </a:endParaRPr>
          </a:p>
          <a:p>
            <a:pPr lvl="1" marL="630720" indent="-264960" algn="just">
              <a:lnSpc>
                <a:spcPct val="100000"/>
              </a:lnSpc>
              <a:spcAft>
                <a:spcPts val="601"/>
              </a:spcAft>
              <a:buClr>
                <a:srgbClr val="0b5394"/>
              </a:buClr>
              <a:buSzPct val="85000"/>
              <a:buFont typeface="Wingdings 2" charset="2"/>
              <a:buChar char=""/>
              <a:tabLst>
                <a:tab algn="l" pos="0"/>
              </a:tabLst>
            </a:pPr>
            <a:r>
              <a:rPr b="0" lang="es-ES" sz="2000" spc="-1" strike="noStrike">
                <a:solidFill>
                  <a:srgbClr val="000000"/>
                </a:solidFill>
                <a:latin typeface="Calibri"/>
              </a:rPr>
              <a:t>Las medidas vh y vw son medidas relativas de acuerdo al viewport:</a:t>
            </a:r>
            <a:endParaRPr b="0" lang="es-ES" sz="2000" spc="-1" strike="noStrike">
              <a:solidFill>
                <a:srgbClr val="000000"/>
              </a:solidFill>
              <a:latin typeface="Constantia"/>
            </a:endParaRPr>
          </a:p>
          <a:p>
            <a:pPr lvl="3" marL="1257480" indent="-343080" algn="just">
              <a:lnSpc>
                <a:spcPct val="100000"/>
              </a:lnSpc>
              <a:spcAft>
                <a:spcPts val="601"/>
              </a:spcAft>
              <a:buClr>
                <a:srgbClr val="0b5394"/>
              </a:buClr>
              <a:buSzPct val="65000"/>
              <a:buFont typeface="Wingdings" charset="2"/>
              <a:buChar char=""/>
              <a:tabLst>
                <a:tab algn="l" pos="0"/>
              </a:tabLst>
            </a:pPr>
            <a:r>
              <a:rPr b="0" lang="es-ES" sz="2000" spc="-1" strike="noStrike">
                <a:solidFill>
                  <a:srgbClr val="000000"/>
                </a:solidFill>
                <a:latin typeface="Calibri"/>
              </a:rPr>
              <a:t> </a:t>
            </a:r>
            <a:r>
              <a:rPr b="1" lang="es-ES" sz="2000" spc="-1" strike="noStrike">
                <a:solidFill>
                  <a:srgbClr val="000000"/>
                </a:solidFill>
                <a:latin typeface="Calibri"/>
              </a:rPr>
              <a:t>vh</a:t>
            </a:r>
            <a:r>
              <a:rPr b="0" lang="es-ES" sz="2000" spc="-1" strike="noStrike">
                <a:solidFill>
                  <a:srgbClr val="000000"/>
                </a:solidFill>
                <a:latin typeface="Calibri"/>
              </a:rPr>
              <a:t>: hace referencia a la centésima parte de la altura del viewport </a:t>
            </a:r>
            <a:endParaRPr b="0" lang="es-ES" sz="2000" spc="-1" strike="noStrike">
              <a:solidFill>
                <a:srgbClr val="000000"/>
              </a:solidFill>
              <a:latin typeface="Constantia"/>
            </a:endParaRPr>
          </a:p>
          <a:p>
            <a:pPr lvl="3" marL="1257480" indent="-343080" algn="just">
              <a:lnSpc>
                <a:spcPct val="100000"/>
              </a:lnSpc>
              <a:spcAft>
                <a:spcPts val="601"/>
              </a:spcAft>
              <a:buClr>
                <a:srgbClr val="0b5394"/>
              </a:buClr>
              <a:buSzPct val="65000"/>
              <a:buFont typeface="Wingdings" charset="2"/>
              <a:buChar char=""/>
              <a:tabLst>
                <a:tab algn="l" pos="0"/>
              </a:tabLst>
            </a:pPr>
            <a:r>
              <a:rPr b="0" lang="es-ES" sz="2000" spc="-1" strike="noStrike">
                <a:solidFill>
                  <a:srgbClr val="000000"/>
                </a:solidFill>
                <a:latin typeface="Calibri"/>
              </a:rPr>
              <a:t> </a:t>
            </a:r>
            <a:r>
              <a:rPr b="1" lang="es-ES" sz="2000" spc="-1" strike="noStrike">
                <a:solidFill>
                  <a:srgbClr val="000000"/>
                </a:solidFill>
                <a:latin typeface="Calibri"/>
              </a:rPr>
              <a:t>vw</a:t>
            </a:r>
            <a:r>
              <a:rPr b="0" lang="es-ES" sz="2000" spc="-1" strike="noStrike">
                <a:solidFill>
                  <a:srgbClr val="000000"/>
                </a:solidFill>
                <a:latin typeface="Calibri"/>
              </a:rPr>
              <a:t>: a la centésima parte del ancho del viewport.</a:t>
            </a:r>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365760" algn="ctr">
              <a:lnSpc>
                <a:spcPct val="100000"/>
              </a:lnSpc>
              <a:spcAft>
                <a:spcPts val="601"/>
              </a:spcAft>
              <a:buNone/>
              <a:tabLst>
                <a:tab algn="l" pos="0"/>
              </a:tabLst>
            </a:pPr>
            <a:r>
              <a:rPr b="0" lang="es-ES" sz="2000" spc="-1" strike="noStrike">
                <a:solidFill>
                  <a:srgbClr val="000000"/>
                </a:solidFill>
                <a:latin typeface="Calibri"/>
              </a:rPr>
              <a:t>1vh = 1% de la altura del viewport</a:t>
            </a:r>
            <a:endParaRPr b="0" lang="es-ES" sz="2000" spc="-1" strike="noStrike">
              <a:solidFill>
                <a:srgbClr val="000000"/>
              </a:solidFill>
              <a:latin typeface="Constantia"/>
            </a:endParaRPr>
          </a:p>
          <a:p>
            <a:pPr marL="365760" algn="ctr">
              <a:lnSpc>
                <a:spcPct val="100000"/>
              </a:lnSpc>
              <a:spcAft>
                <a:spcPts val="601"/>
              </a:spcAft>
              <a:buNone/>
              <a:tabLst>
                <a:tab algn="l" pos="0"/>
              </a:tabLst>
            </a:pPr>
            <a:r>
              <a:rPr b="0" lang="es-ES" sz="2000" spc="-1" strike="noStrike">
                <a:solidFill>
                  <a:srgbClr val="000000"/>
                </a:solidFill>
                <a:latin typeface="Calibri"/>
              </a:rPr>
              <a:t>100vh = altura del viewport</a:t>
            </a:r>
            <a:endParaRPr b="0" lang="es-ES" sz="2000" spc="-1" strike="noStrike">
              <a:solidFill>
                <a:srgbClr val="000000"/>
              </a:solidFill>
              <a:latin typeface="Constantia"/>
            </a:endParaRPr>
          </a:p>
          <a:p>
            <a:pPr marL="365760" algn="ctr">
              <a:lnSpc>
                <a:spcPct val="100000"/>
              </a:lnSpc>
              <a:spcAft>
                <a:spcPts val="601"/>
              </a:spcAft>
              <a:buNone/>
              <a:tabLst>
                <a:tab algn="l" pos="0"/>
              </a:tabLst>
            </a:pPr>
            <a:r>
              <a:rPr b="0" lang="es-ES" sz="2000" spc="-1" strike="noStrike">
                <a:solidFill>
                  <a:srgbClr val="000000"/>
                </a:solidFill>
                <a:latin typeface="Calibri"/>
              </a:rPr>
              <a:t>1vw = 1% del ancho del viewport</a:t>
            </a:r>
            <a:endParaRPr b="0" lang="es-ES" sz="2000" spc="-1" strike="noStrike">
              <a:solidFill>
                <a:srgbClr val="000000"/>
              </a:solidFill>
              <a:latin typeface="Constantia"/>
            </a:endParaRPr>
          </a:p>
          <a:p>
            <a:pPr marL="365760" algn="ctr">
              <a:lnSpc>
                <a:spcPct val="100000"/>
              </a:lnSpc>
              <a:spcAft>
                <a:spcPts val="601"/>
              </a:spcAft>
              <a:buNone/>
              <a:tabLst>
                <a:tab algn="l" pos="0"/>
              </a:tabLst>
            </a:pPr>
            <a:r>
              <a:rPr b="0" lang="es-ES" sz="2000" spc="-1" strike="noStrike">
                <a:solidFill>
                  <a:srgbClr val="000000"/>
                </a:solidFill>
                <a:latin typeface="Calibri"/>
              </a:rPr>
              <a:t>100vw = ancho del viewport</a:t>
            </a:r>
            <a:endParaRPr b="0" lang="es-ES" sz="2000" spc="-1" strike="noStrike">
              <a:solidFill>
                <a:srgbClr val="000000"/>
              </a:solidFill>
              <a:latin typeface="Constantia"/>
            </a:endParaRPr>
          </a:p>
        </p:txBody>
      </p:sp>
      <p:sp>
        <p:nvSpPr>
          <p:cNvPr id="4" name="PlaceHolder 3"/>
          <p:cNvSpPr>
            <a:spLocks noGrp="1"/>
          </p:cNvSpPr>
          <p:nvPr>
            <p:ph type="sldNum" idx="6"/>
          </p:nvPr>
        </p:nvSpPr>
        <p:spPr/>
        <p:txBody>
          <a:bodyPr/>
          <a:p>
            <a:fld id="{3586F8D1-560B-419D-88EC-2B73FE9E31CD}" type="slidenum">
              <a:t>8</a:t>
            </a:fld>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457200" y="332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Unidades de medida</a:t>
            </a:r>
            <a:endParaRPr b="0" lang="es-ES" sz="4000" spc="-1" strike="noStrike">
              <a:solidFill>
                <a:srgbClr val="000000"/>
              </a:solidFill>
              <a:latin typeface="Constantia"/>
            </a:endParaRPr>
          </a:p>
        </p:txBody>
      </p:sp>
      <p:sp>
        <p:nvSpPr>
          <p:cNvPr id="122" name="PlaceHolder 2"/>
          <p:cNvSpPr>
            <a:spLocks noGrp="1"/>
          </p:cNvSpPr>
          <p:nvPr>
            <p:ph/>
          </p:nvPr>
        </p:nvSpPr>
        <p:spPr>
          <a:xfrm>
            <a:off x="467640" y="1556640"/>
            <a:ext cx="7920360" cy="4968360"/>
          </a:xfrm>
          <a:prstGeom prst="rect">
            <a:avLst/>
          </a:prstGeom>
          <a:noFill/>
          <a:ln w="0">
            <a:noFill/>
          </a:ln>
        </p:spPr>
        <p:txBody>
          <a:bodyPr lIns="90000" rIns="90000" tIns="45000" bIns="45000" anchor="t">
            <a:noAutofit/>
          </a:bodyPr>
          <a:p>
            <a:pPr>
              <a:lnSpc>
                <a:spcPct val="120000"/>
              </a:lnSpc>
              <a:spcAft>
                <a:spcPts val="601"/>
              </a:spcAft>
              <a:buNone/>
              <a:tabLst>
                <a:tab algn="l" pos="0"/>
              </a:tabLst>
            </a:pPr>
            <a:r>
              <a:rPr b="1" lang="es-ES" sz="2400" spc="-1" strike="noStrike">
                <a:solidFill>
                  <a:srgbClr val="000000"/>
                </a:solidFill>
                <a:latin typeface="Calibri"/>
              </a:rPr>
              <a:t>Recomendaciones</a:t>
            </a:r>
            <a:endParaRPr b="0" lang="es-ES" sz="2400" spc="-1" strike="noStrike">
              <a:solidFill>
                <a:srgbClr val="000000"/>
              </a:solidFill>
              <a:latin typeface="Constantia"/>
            </a:endParaRPr>
          </a:p>
          <a:p>
            <a:pPr lvl="1" marL="630720" indent="-264960">
              <a:lnSpc>
                <a:spcPct val="100000"/>
              </a:lnSpc>
              <a:spcAft>
                <a:spcPts val="601"/>
              </a:spcAft>
              <a:buClr>
                <a:srgbClr val="0b5394"/>
              </a:buClr>
              <a:buSzPct val="85000"/>
              <a:buFont typeface="Wingdings 2" charset="2"/>
              <a:buChar char=""/>
              <a:tabLst>
                <a:tab algn="l" pos="0"/>
              </a:tabLst>
            </a:pPr>
            <a:r>
              <a:rPr b="0" lang="es-ES" sz="2400" spc="-1" strike="noStrike">
                <a:solidFill>
                  <a:srgbClr val="000000"/>
                </a:solidFill>
                <a:latin typeface="Calibri"/>
              </a:rPr>
              <a:t>En general, se recomienda el uso de medidas relativas siempre que sea posible ya que:</a:t>
            </a:r>
            <a:endParaRPr b="0" lang="es-ES" sz="2400" spc="-1" strike="noStrike">
              <a:solidFill>
                <a:srgbClr val="000000"/>
              </a:solidFill>
              <a:latin typeface="Constantia"/>
            </a:endParaRPr>
          </a:p>
          <a:p>
            <a:pPr lvl="2" marL="925920" indent="-285840">
              <a:lnSpc>
                <a:spcPct val="100000"/>
              </a:lnSpc>
              <a:spcAft>
                <a:spcPts val="601"/>
              </a:spcAft>
              <a:buClr>
                <a:srgbClr val="0b5394"/>
              </a:buClr>
              <a:buSzPct val="70000"/>
              <a:buFont typeface="Wingdings" charset="2"/>
              <a:buChar char=""/>
              <a:tabLst>
                <a:tab algn="l" pos="0"/>
              </a:tabLst>
            </a:pPr>
            <a:r>
              <a:rPr b="0" lang="es-ES" sz="2400" spc="-1" strike="noStrike">
                <a:solidFill>
                  <a:srgbClr val="000000"/>
                </a:solidFill>
                <a:latin typeface="Calibri"/>
              </a:rPr>
              <a:t>Mejora la </a:t>
            </a:r>
            <a:r>
              <a:rPr b="1" lang="es-ES" sz="2400" spc="-1" strike="noStrike">
                <a:solidFill>
                  <a:srgbClr val="000000"/>
                </a:solidFill>
                <a:latin typeface="Calibri"/>
              </a:rPr>
              <a:t>accesibilidad</a:t>
            </a:r>
            <a:r>
              <a:rPr b="0" lang="es-ES" sz="2400" spc="-1" strike="noStrike">
                <a:solidFill>
                  <a:srgbClr val="000000"/>
                </a:solidFill>
                <a:latin typeface="Calibri"/>
              </a:rPr>
              <a:t> de la página</a:t>
            </a:r>
            <a:endParaRPr b="0" lang="es-ES" sz="2400" spc="-1" strike="noStrike">
              <a:solidFill>
                <a:srgbClr val="000000"/>
              </a:solidFill>
              <a:latin typeface="Constantia"/>
            </a:endParaRPr>
          </a:p>
          <a:p>
            <a:pPr lvl="2" marL="925920" indent="-285840">
              <a:lnSpc>
                <a:spcPct val="100000"/>
              </a:lnSpc>
              <a:spcAft>
                <a:spcPts val="1199"/>
              </a:spcAft>
              <a:buClr>
                <a:srgbClr val="0b5394"/>
              </a:buClr>
              <a:buSzPct val="70000"/>
              <a:buFont typeface="Wingdings" charset="2"/>
              <a:buChar char=""/>
              <a:tabLst>
                <a:tab algn="l" pos="0"/>
              </a:tabLst>
            </a:pPr>
            <a:r>
              <a:rPr b="0" lang="es-ES" sz="2400" spc="-1" strike="noStrike">
                <a:solidFill>
                  <a:srgbClr val="000000"/>
                </a:solidFill>
                <a:latin typeface="Calibri"/>
              </a:rPr>
              <a:t>Permite que los documentos se </a:t>
            </a:r>
            <a:r>
              <a:rPr b="1" lang="es-ES" sz="2400" spc="-1" strike="noStrike">
                <a:solidFill>
                  <a:srgbClr val="000000"/>
                </a:solidFill>
                <a:latin typeface="Calibri"/>
              </a:rPr>
              <a:t>adapten</a:t>
            </a:r>
            <a:r>
              <a:rPr b="0" lang="es-ES" sz="2400" spc="-1" strike="noStrike">
                <a:solidFill>
                  <a:srgbClr val="000000"/>
                </a:solidFill>
                <a:latin typeface="Calibri"/>
              </a:rPr>
              <a:t> a cualquier dispositivo.</a:t>
            </a:r>
            <a:endParaRPr b="0" lang="es-ES" sz="2400" spc="-1" strike="noStrike">
              <a:solidFill>
                <a:srgbClr val="000000"/>
              </a:solidFill>
              <a:latin typeface="Constantia"/>
            </a:endParaRPr>
          </a:p>
          <a:p>
            <a:endParaRPr b="0" lang="es-ES" sz="2400" spc="-1" strike="noStrike">
              <a:solidFill>
                <a:srgbClr val="000000"/>
              </a:solidFill>
              <a:latin typeface="Constantia"/>
            </a:endParaRPr>
          </a:p>
        </p:txBody>
      </p:sp>
      <p:sp>
        <p:nvSpPr>
          <p:cNvPr id="4" name="PlaceHolder 3"/>
          <p:cNvSpPr>
            <a:spLocks noGrp="1"/>
          </p:cNvSpPr>
          <p:nvPr>
            <p:ph type="sldNum" idx="6"/>
          </p:nvPr>
        </p:nvSpPr>
        <p:spPr/>
        <p:txBody>
          <a:bodyPr/>
          <a:p>
            <a:fld id="{6E8910A0-E6CA-4716-B6D7-819A7C5DFE3E}" type="slidenum">
              <a:t>9</a:t>
            </a:fld>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60640"/>
            <a:ext cx="8506800" cy="1142640"/>
          </a:xfrm>
          <a:prstGeom prst="rect">
            <a:avLst/>
          </a:prstGeom>
          <a:noFill/>
          <a:ln w="0">
            <a:noFill/>
          </a:ln>
        </p:spPr>
        <p:txBody>
          <a:bodyPr lIns="0" rIns="0" tIns="45000" bIns="0" anchor="b">
            <a:normAutofit/>
          </a:bodyPr>
          <a:p>
            <a:pPr>
              <a:lnSpc>
                <a:spcPct val="100000"/>
              </a:lnSpc>
              <a:buNone/>
            </a:pPr>
            <a:r>
              <a:rPr b="0" lang="es-ES" sz="4000" spc="-1" strike="noStrike">
                <a:solidFill>
                  <a:srgbClr val="04617b"/>
                </a:solidFill>
                <a:latin typeface="Calibri"/>
              </a:rPr>
              <a:t>calc</a:t>
            </a:r>
            <a:endParaRPr b="0" lang="es-ES" sz="4000" spc="-1" strike="noStrike">
              <a:solidFill>
                <a:srgbClr val="000000"/>
              </a:solidFill>
              <a:latin typeface="Constantia"/>
            </a:endParaRPr>
          </a:p>
        </p:txBody>
      </p:sp>
      <p:sp>
        <p:nvSpPr>
          <p:cNvPr id="124" name="PlaceHolder 2"/>
          <p:cNvSpPr>
            <a:spLocks noGrp="1"/>
          </p:cNvSpPr>
          <p:nvPr>
            <p:ph/>
          </p:nvPr>
        </p:nvSpPr>
        <p:spPr>
          <a:xfrm>
            <a:off x="395640" y="1484640"/>
            <a:ext cx="8496720" cy="4968360"/>
          </a:xfrm>
          <a:prstGeom prst="rect">
            <a:avLst/>
          </a:prstGeom>
          <a:noFill/>
          <a:ln w="0">
            <a:noFill/>
          </a:ln>
        </p:spPr>
        <p:txBody>
          <a:bodyPr lIns="90000" rIns="90000" tIns="45000" bIns="45000" anchor="t">
            <a:noAutofit/>
          </a:bodyPr>
          <a:p>
            <a:pPr lvl="3" marL="813600" indent="-264960" algn="just">
              <a:lnSpc>
                <a:spcPct val="100000"/>
              </a:lnSpc>
              <a:spcAft>
                <a:spcPts val="601"/>
              </a:spcAft>
              <a:buClr>
                <a:srgbClr val="0b5394"/>
              </a:buClr>
              <a:buSzPct val="95000"/>
              <a:buFont typeface="Wingdings 2" charset="2"/>
              <a:buChar char=""/>
            </a:pPr>
            <a:r>
              <a:rPr b="0" lang="es-ES" sz="2000" spc="-1" strike="noStrike">
                <a:solidFill>
                  <a:srgbClr val="000000"/>
                </a:solidFill>
                <a:latin typeface="Calibri"/>
              </a:rPr>
              <a:t>Con calc() puedes realizar cálculos para determinar valores de propiedades CSS.</a:t>
            </a:r>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endParaRPr b="0" lang="es-ES" sz="2000" spc="-1" strike="noStrike">
              <a:solidFill>
                <a:srgbClr val="000000"/>
              </a:solidFill>
              <a:latin typeface="Constantia"/>
            </a:endParaRPr>
          </a:p>
          <a:p>
            <a:pPr marL="274320">
              <a:lnSpc>
                <a:spcPct val="100000"/>
              </a:lnSpc>
              <a:spcAft>
                <a:spcPts val="601"/>
              </a:spcAft>
              <a:buNone/>
              <a:tabLst>
                <a:tab algn="l" pos="0"/>
              </a:tabLst>
            </a:pPr>
            <a:endParaRPr b="0" lang="es-ES" sz="2000" spc="-1" strike="noStrike">
              <a:solidFill>
                <a:srgbClr val="000000"/>
              </a:solidFill>
              <a:latin typeface="Constantia"/>
            </a:endParaRPr>
          </a:p>
        </p:txBody>
      </p:sp>
      <p:sp>
        <p:nvSpPr>
          <p:cNvPr id="125" name="Text Box 4"/>
          <p:cNvSpPr/>
          <p:nvPr/>
        </p:nvSpPr>
        <p:spPr>
          <a:xfrm>
            <a:off x="1154880" y="2853000"/>
            <a:ext cx="6978240" cy="1368000"/>
          </a:xfrm>
          <a:prstGeom prst="rect">
            <a:avLst/>
          </a:prstGeom>
          <a:solidFill>
            <a:srgbClr val="ffffff"/>
          </a:solidFill>
          <a:ln w="3175">
            <a:solidFill>
              <a:srgbClr val="009dd9"/>
            </a:solidFill>
            <a:prstDash val="dash"/>
            <a:round/>
          </a:ln>
        </p:spPr>
        <p:style>
          <a:lnRef idx="2">
            <a:schemeClr val="accent2"/>
          </a:lnRef>
          <a:fillRef idx="1">
            <a:schemeClr val="lt1"/>
          </a:fillRef>
          <a:effectRef idx="0">
            <a:schemeClr val="accent2"/>
          </a:effectRef>
          <a:fontRef idx="minor"/>
        </p:style>
        <p:txBody>
          <a:bodyPr lIns="90000" rIns="90000" tIns="45000" bIns="45000" anchor="t">
            <a:spAutoFit/>
          </a:bodyPr>
          <a:p>
            <a:pPr marL="266760" indent="-266760">
              <a:lnSpc>
                <a:spcPct val="100000"/>
              </a:lnSpc>
              <a:buNone/>
              <a:tabLst>
                <a:tab algn="l" pos="0"/>
              </a:tabLst>
            </a:pPr>
            <a:r>
              <a:rPr b="0" lang="en-US" sz="1200" spc="-1" strike="noStrike">
                <a:solidFill>
                  <a:srgbClr val="000000"/>
                </a:solidFill>
                <a:latin typeface="Courier New"/>
              </a:rPr>
              <a:t>#div1 {</a:t>
            </a:r>
            <a:endParaRPr b="0" lang="es-ES" sz="1200" spc="-1" strike="noStrike">
              <a:latin typeface="Arial"/>
            </a:endParaRPr>
          </a:p>
          <a:p>
            <a:pPr marL="355680">
              <a:lnSpc>
                <a:spcPct val="100000"/>
              </a:lnSpc>
              <a:buNone/>
              <a:tabLst>
                <a:tab algn="l" pos="0"/>
              </a:tabLst>
            </a:pPr>
            <a:r>
              <a:rPr b="0" lang="en-US" sz="1200" spc="-1" strike="noStrike">
                <a:solidFill>
                  <a:srgbClr val="000000"/>
                </a:solidFill>
                <a:latin typeface="Courier New"/>
              </a:rPr>
              <a:t>width: calc(100vw - 100px);</a:t>
            </a:r>
            <a:endParaRPr b="0" lang="es-ES" sz="1200" spc="-1" strike="noStrike">
              <a:latin typeface="Arial"/>
            </a:endParaRPr>
          </a:p>
          <a:p>
            <a:pPr marL="266760" indent="-266760">
              <a:lnSpc>
                <a:spcPct val="100000"/>
              </a:lnSpc>
              <a:buNone/>
              <a:tabLst>
                <a:tab algn="l" pos="0"/>
              </a:tabLst>
            </a:pPr>
            <a:r>
              <a:rPr b="0" lang="en-US" sz="1200" spc="-1" strike="noStrike">
                <a:solidFill>
                  <a:srgbClr val="000000"/>
                </a:solidFill>
                <a:latin typeface="Courier New"/>
              </a:rPr>
              <a:t>    </a:t>
            </a:r>
            <a:r>
              <a:rPr b="0" lang="en-US" sz="1200" spc="-1" strike="noStrike">
                <a:solidFill>
                  <a:srgbClr val="000000"/>
                </a:solidFill>
                <a:latin typeface="Courier New"/>
              </a:rPr>
              <a:t>border: 1px solid black;</a:t>
            </a:r>
            <a:endParaRPr b="0" lang="es-ES" sz="1200" spc="-1" strike="noStrike">
              <a:latin typeface="Arial"/>
            </a:endParaRPr>
          </a:p>
          <a:p>
            <a:pPr marL="266760" indent="-266760">
              <a:lnSpc>
                <a:spcPct val="100000"/>
              </a:lnSpc>
              <a:buNone/>
              <a:tabLst>
                <a:tab algn="l" pos="0"/>
              </a:tabLst>
            </a:pPr>
            <a:r>
              <a:rPr b="0" lang="en-US" sz="1200" spc="-1" strike="noStrike">
                <a:solidFill>
                  <a:srgbClr val="000000"/>
                </a:solidFill>
                <a:latin typeface="Courier New"/>
              </a:rPr>
              <a:t>    </a:t>
            </a:r>
            <a:r>
              <a:rPr b="0" lang="en-US" sz="1200" spc="-1" strike="noStrike">
                <a:solidFill>
                  <a:srgbClr val="000000"/>
                </a:solidFill>
                <a:latin typeface="Courier New"/>
              </a:rPr>
              <a:t>background-color: yellow;</a:t>
            </a:r>
            <a:endParaRPr b="0" lang="es-ES" sz="1200" spc="-1" strike="noStrike">
              <a:latin typeface="Arial"/>
            </a:endParaRPr>
          </a:p>
          <a:p>
            <a:pPr marL="266760" indent="-266760">
              <a:lnSpc>
                <a:spcPct val="100000"/>
              </a:lnSpc>
              <a:buNone/>
              <a:tabLst>
                <a:tab algn="l" pos="0"/>
              </a:tabLst>
            </a:pPr>
            <a:r>
              <a:rPr b="0" lang="en-US" sz="1200" spc="-1" strike="noStrike">
                <a:solidFill>
                  <a:srgbClr val="000000"/>
                </a:solidFill>
                <a:latin typeface="Courier New"/>
              </a:rPr>
              <a:t>    </a:t>
            </a:r>
            <a:r>
              <a:rPr b="0" lang="en-US" sz="1200" spc="-1" strike="noStrike">
                <a:solidFill>
                  <a:srgbClr val="000000"/>
                </a:solidFill>
                <a:latin typeface="Courier New"/>
              </a:rPr>
              <a:t>padding: 5px;</a:t>
            </a:r>
            <a:endParaRPr b="0" lang="es-ES" sz="1200" spc="-1" strike="noStrike">
              <a:latin typeface="Arial"/>
            </a:endParaRPr>
          </a:p>
          <a:p>
            <a:pPr marL="266760" indent="-266760">
              <a:lnSpc>
                <a:spcPct val="100000"/>
              </a:lnSpc>
              <a:buNone/>
              <a:tabLst>
                <a:tab algn="l" pos="0"/>
              </a:tabLst>
            </a:pPr>
            <a:r>
              <a:rPr b="0" lang="en-US" sz="1200" spc="-1" strike="noStrike">
                <a:solidFill>
                  <a:srgbClr val="000000"/>
                </a:solidFill>
                <a:latin typeface="Courier New"/>
              </a:rPr>
              <a:t>    </a:t>
            </a:r>
            <a:r>
              <a:rPr b="0" lang="en-US" sz="1200" spc="-1" strike="noStrike">
                <a:solidFill>
                  <a:srgbClr val="000000"/>
                </a:solidFill>
                <a:latin typeface="Courier New"/>
              </a:rPr>
              <a:t>text-align: center;</a:t>
            </a:r>
            <a:endParaRPr b="0" lang="es-ES" sz="1200" spc="-1" strike="noStrike">
              <a:latin typeface="Arial"/>
            </a:endParaRPr>
          </a:p>
          <a:p>
            <a:pPr marL="266760" indent="-266760">
              <a:lnSpc>
                <a:spcPct val="100000"/>
              </a:lnSpc>
              <a:buNone/>
              <a:tabLst>
                <a:tab algn="l" pos="0"/>
              </a:tabLst>
            </a:pPr>
            <a:r>
              <a:rPr b="0" lang="en-US" sz="1200" spc="-1" strike="noStrike">
                <a:solidFill>
                  <a:srgbClr val="000000"/>
                </a:solidFill>
                <a:latin typeface="Courier New"/>
              </a:rPr>
              <a:t>}</a:t>
            </a:r>
            <a:endParaRPr b="0" lang="es-ES" sz="1200" spc="-1" strike="noStrike">
              <a:latin typeface="Arial"/>
            </a:endParaRPr>
          </a:p>
        </p:txBody>
      </p:sp>
      <p:sp>
        <p:nvSpPr>
          <p:cNvPr id="4" name="PlaceHolder 3"/>
          <p:cNvSpPr>
            <a:spLocks noGrp="1"/>
          </p:cNvSpPr>
          <p:nvPr>
            <p:ph type="sldNum" idx="6"/>
          </p:nvPr>
        </p:nvSpPr>
        <p:spPr/>
        <p:txBody>
          <a:bodyPr/>
          <a:p>
            <a:fld id="{DB776BAE-F784-435D-9022-72601C37F813}" type="slidenum">
              <a:t>10</a:t>
            </a:fld>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49006</TotalTime>
  <Application>LibreOffice/7.3.1.3$Windows_X86_64 LibreOffice_project/a69ca51ded25f3eefd52d7bf9a5fad8c90b87951</Application>
  <AppVersion>15.0000</AppVersion>
  <Words>813</Words>
  <Paragraphs>120</Paragraphs>
  <Company>Hewlett-Packard</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2012-04-05T17:12:23Z</dcterms:created>
  <dc:creator>Ainara Montoya</dc:creator>
  <dc:description/>
  <dc:language>es-ES</dc:language>
  <cp:lastModifiedBy/>
  <cp:lastPrinted>2015-09-21T12:13:15Z</cp:lastPrinted>
  <dcterms:modified xsi:type="dcterms:W3CDTF">2022-09-13T13:20:49Z</dcterms:modified>
  <cp:revision>1591</cp:revision>
  <dc:subject/>
  <dc:title>Diapositiva 1</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vt:i4>
  </property>
  <property fmtid="{D5CDD505-2E9C-101B-9397-08002B2CF9AE}" pid="3" name="PresentationFormat">
    <vt:lpwstr>Presentación en pantalla (4:3)</vt:lpwstr>
  </property>
  <property fmtid="{D5CDD505-2E9C-101B-9397-08002B2CF9AE}" pid="4" name="Slides">
    <vt:i4>10</vt:i4>
  </property>
</Properties>
</file>